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82" r:id="rId6"/>
    <p:sldId id="266" r:id="rId7"/>
    <p:sldId id="259" r:id="rId8"/>
  </p:sldIdLst>
  <p:sldSz cx="9144000" cy="5143500" type="screen16x9"/>
  <p:notesSz cx="6858000" cy="9144000"/>
  <p:embeddedFontLst>
    <p:embeddedFont>
      <p:font typeface="Palanquin Dark" panose="020B0604020202020204" charset="0"/>
      <p:regular r:id="rId10"/>
      <p:bold r:id="rId11"/>
    </p:embeddedFont>
    <p:embeddedFont>
      <p:font typeface="Roboto Condensed Light" panose="02000000000000000000" pitchFamily="2" charset="0"/>
      <p:regular r:id="rId12"/>
      <p:italic r:id="rId13"/>
    </p:embeddedFont>
    <p:embeddedFont>
      <p:font typeface="VT323" panose="020B0604020202020204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D94E"/>
    <a:srgbClr val="85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67DAB6-6DCA-470E-9723-8D20FC29F16A}">
  <a:tblStyle styleId="{0F67DAB6-6DCA-470E-9723-8D20FC29F1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03ec05b3db_0_3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03ec05b3db_0_3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6ac5e8787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6ac5e8787_0_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103ec05b3db_0_6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103ec05b3db_0_6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03ec05b3db_0_3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03ec05b3db_0_37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c6ac5e8787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c6ac5e8787_1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800" y="327100"/>
            <a:ext cx="9149600" cy="272400"/>
            <a:chOff x="-5613" y="403300"/>
            <a:chExt cx="9149600" cy="272400"/>
          </a:xfrm>
        </p:grpSpPr>
        <p:sp>
          <p:nvSpPr>
            <p:cNvPr id="10" name="Google Shape;10;p2"/>
            <p:cNvSpPr/>
            <p:nvPr/>
          </p:nvSpPr>
          <p:spPr>
            <a:xfrm>
              <a:off x="2100711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518891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937071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35525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7343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19161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0979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02797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44615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864329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282509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700689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5613" y="403300"/>
              <a:ext cx="2271600" cy="27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872387" y="403300"/>
              <a:ext cx="2271600" cy="27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31" y="4608379"/>
            <a:ext cx="9143939" cy="534928"/>
            <a:chOff x="509725" y="4119150"/>
            <a:chExt cx="6300950" cy="463502"/>
          </a:xfrm>
        </p:grpSpPr>
        <p:sp>
          <p:nvSpPr>
            <p:cNvPr id="25" name="Google Shape;25;p2"/>
            <p:cNvSpPr/>
            <p:nvPr/>
          </p:nvSpPr>
          <p:spPr>
            <a:xfrm>
              <a:off x="509725" y="4119150"/>
              <a:ext cx="6300950" cy="463502"/>
            </a:xfrm>
            <a:custGeom>
              <a:avLst/>
              <a:gdLst/>
              <a:ahLst/>
              <a:cxnLst/>
              <a:rect l="l" t="t" r="r" b="b"/>
              <a:pathLst>
                <a:path w="252038" h="4141" extrusionOk="0">
                  <a:moveTo>
                    <a:pt x="0" y="1"/>
                  </a:moveTo>
                  <a:lnTo>
                    <a:pt x="0" y="4141"/>
                  </a:lnTo>
                  <a:lnTo>
                    <a:pt x="252038" y="4141"/>
                  </a:lnTo>
                  <a:lnTo>
                    <a:pt x="2520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09725" y="4479125"/>
              <a:ext cx="6300950" cy="103525"/>
            </a:xfrm>
            <a:custGeom>
              <a:avLst/>
              <a:gdLst/>
              <a:ahLst/>
              <a:cxnLst/>
              <a:rect l="l" t="t" r="r" b="b"/>
              <a:pathLst>
                <a:path w="252038" h="4141" extrusionOk="0">
                  <a:moveTo>
                    <a:pt x="0" y="1"/>
                  </a:moveTo>
                  <a:lnTo>
                    <a:pt x="0" y="4141"/>
                  </a:lnTo>
                  <a:lnTo>
                    <a:pt x="252038" y="4141"/>
                  </a:lnTo>
                  <a:lnTo>
                    <a:pt x="2520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09725" y="4225075"/>
              <a:ext cx="6300950" cy="36325"/>
            </a:xfrm>
            <a:custGeom>
              <a:avLst/>
              <a:gdLst/>
              <a:ahLst/>
              <a:cxnLst/>
              <a:rect l="l" t="t" r="r" b="b"/>
              <a:pathLst>
                <a:path w="252038" h="1453" extrusionOk="0">
                  <a:moveTo>
                    <a:pt x="0" y="1"/>
                  </a:moveTo>
                  <a:lnTo>
                    <a:pt x="0" y="1452"/>
                  </a:lnTo>
                  <a:lnTo>
                    <a:pt x="252038" y="1452"/>
                  </a:lnTo>
                  <a:lnTo>
                    <a:pt x="2520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2679600" y="1378000"/>
            <a:ext cx="3784800" cy="16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18275" rIns="128000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3163950" y="2895275"/>
            <a:ext cx="2816100" cy="75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332774" y="715496"/>
            <a:ext cx="8478452" cy="3712508"/>
            <a:chOff x="332774" y="715496"/>
            <a:chExt cx="8478452" cy="3712508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332774" y="3507445"/>
              <a:ext cx="327581" cy="920559"/>
              <a:chOff x="1445469" y="2515266"/>
              <a:chExt cx="327581" cy="920559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445469" y="2515266"/>
                <a:ext cx="109800" cy="70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1554375" y="2621025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1663250" y="2729700"/>
                <a:ext cx="109800" cy="45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1445475" y="2729475"/>
                <a:ext cx="109800" cy="70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1554375" y="2729475"/>
                <a:ext cx="109800" cy="55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1445475" y="2729597"/>
                <a:ext cx="109800" cy="559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62;p4"/>
            <p:cNvGrpSpPr/>
            <p:nvPr/>
          </p:nvGrpSpPr>
          <p:grpSpPr>
            <a:xfrm flipH="1">
              <a:off x="8483657" y="715496"/>
              <a:ext cx="327569" cy="814800"/>
              <a:chOff x="1118806" y="2729700"/>
              <a:chExt cx="327569" cy="814800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1118806" y="2985217"/>
                <a:ext cx="109800" cy="303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1227706" y="2876615"/>
                <a:ext cx="109800" cy="559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1336575" y="2729700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1227700" y="2985225"/>
                <a:ext cx="109800" cy="450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1336575" y="2876700"/>
                <a:ext cx="109800" cy="667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1227706" y="3120236"/>
                <a:ext cx="109800" cy="168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1336575" y="2985425"/>
                <a:ext cx="109800" cy="450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" name="Google Shape;70;p4"/>
          <p:cNvSpPr/>
          <p:nvPr/>
        </p:nvSpPr>
        <p:spPr>
          <a:xfrm>
            <a:off x="674850" y="539550"/>
            <a:ext cx="7794300" cy="40644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 txBox="1">
            <a:spLocks noGrp="1"/>
          </p:cNvSpPr>
          <p:nvPr>
            <p:ph type="body" idx="1"/>
          </p:nvPr>
        </p:nvSpPr>
        <p:spPr>
          <a:xfrm>
            <a:off x="720000" y="1302763"/>
            <a:ext cx="7704000" cy="32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676656" y="548640"/>
            <a:ext cx="7790700" cy="557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128000" tIns="18275" rIns="12800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676656" y="548640"/>
            <a:ext cx="7790700" cy="557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128000" tIns="18275" rIns="12800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grpSp>
        <p:nvGrpSpPr>
          <p:cNvPr id="81" name="Google Shape;81;p6"/>
          <p:cNvGrpSpPr/>
          <p:nvPr/>
        </p:nvGrpSpPr>
        <p:grpSpPr>
          <a:xfrm>
            <a:off x="-20" y="4025705"/>
            <a:ext cx="543989" cy="1117684"/>
            <a:chOff x="895750" y="3470770"/>
            <a:chExt cx="517297" cy="1118131"/>
          </a:xfrm>
        </p:grpSpPr>
        <p:sp>
          <p:nvSpPr>
            <p:cNvPr id="82" name="Google Shape;82;p6"/>
            <p:cNvSpPr/>
            <p:nvPr/>
          </p:nvSpPr>
          <p:spPr>
            <a:xfrm flipH="1">
              <a:off x="1308946" y="4369675"/>
              <a:ext cx="104100" cy="21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 flipH="1">
              <a:off x="1205645" y="4172226"/>
              <a:ext cx="104100" cy="41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 flipH="1">
              <a:off x="1102350" y="3922797"/>
              <a:ext cx="104100" cy="66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 flipH="1">
              <a:off x="999042" y="3638265"/>
              <a:ext cx="104100" cy="950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895750" y="3470770"/>
              <a:ext cx="104100" cy="11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6"/>
            <p:cNvSpPr/>
            <p:nvPr/>
          </p:nvSpPr>
          <p:spPr>
            <a:xfrm flipH="1">
              <a:off x="1205650" y="4369750"/>
              <a:ext cx="104100" cy="21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 flipH="1">
              <a:off x="1102350" y="4172501"/>
              <a:ext cx="104100" cy="41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 flipH="1">
              <a:off x="999050" y="4028850"/>
              <a:ext cx="104100" cy="55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 flipH="1">
              <a:off x="895750" y="3638175"/>
              <a:ext cx="104100" cy="95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 flipH="1">
              <a:off x="1102350" y="4369498"/>
              <a:ext cx="104100" cy="219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 flipH="1">
              <a:off x="999050" y="4172297"/>
              <a:ext cx="104100" cy="41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 flipH="1">
              <a:off x="895756" y="3865198"/>
              <a:ext cx="104100" cy="723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2328300" y="1460850"/>
            <a:ext cx="44874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18275" rIns="128000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26" name="Google Shape;126;p8"/>
          <p:cNvGrpSpPr/>
          <p:nvPr/>
        </p:nvGrpSpPr>
        <p:grpSpPr>
          <a:xfrm>
            <a:off x="-2800" y="327100"/>
            <a:ext cx="9149600" cy="272400"/>
            <a:chOff x="-5613" y="403300"/>
            <a:chExt cx="9149600" cy="272400"/>
          </a:xfrm>
        </p:grpSpPr>
        <p:sp>
          <p:nvSpPr>
            <p:cNvPr id="127" name="Google Shape;127;p8"/>
            <p:cNvSpPr/>
            <p:nvPr/>
          </p:nvSpPr>
          <p:spPr>
            <a:xfrm>
              <a:off x="2100711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518891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937071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335525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377343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419161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460979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502797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5446150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5864329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6282509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700689" y="403300"/>
              <a:ext cx="342600" cy="272400"/>
            </a:xfrm>
            <a:prstGeom prst="parallelogram">
              <a:avLst>
                <a:gd name="adj" fmla="val 5332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-5613" y="403300"/>
              <a:ext cx="2271600" cy="27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872387" y="403300"/>
              <a:ext cx="2271600" cy="27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31" y="4608379"/>
            <a:ext cx="9143939" cy="534928"/>
            <a:chOff x="509725" y="4119150"/>
            <a:chExt cx="6300950" cy="463502"/>
          </a:xfrm>
        </p:grpSpPr>
        <p:sp>
          <p:nvSpPr>
            <p:cNvPr id="142" name="Google Shape;142;p8"/>
            <p:cNvSpPr/>
            <p:nvPr/>
          </p:nvSpPr>
          <p:spPr>
            <a:xfrm>
              <a:off x="509725" y="4119150"/>
              <a:ext cx="6300950" cy="463502"/>
            </a:xfrm>
            <a:custGeom>
              <a:avLst/>
              <a:gdLst/>
              <a:ahLst/>
              <a:cxnLst/>
              <a:rect l="l" t="t" r="r" b="b"/>
              <a:pathLst>
                <a:path w="252038" h="4141" extrusionOk="0">
                  <a:moveTo>
                    <a:pt x="0" y="1"/>
                  </a:moveTo>
                  <a:lnTo>
                    <a:pt x="0" y="4141"/>
                  </a:lnTo>
                  <a:lnTo>
                    <a:pt x="252038" y="4141"/>
                  </a:lnTo>
                  <a:lnTo>
                    <a:pt x="2520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509725" y="4479125"/>
              <a:ext cx="6300950" cy="103525"/>
            </a:xfrm>
            <a:custGeom>
              <a:avLst/>
              <a:gdLst/>
              <a:ahLst/>
              <a:cxnLst/>
              <a:rect l="l" t="t" r="r" b="b"/>
              <a:pathLst>
                <a:path w="252038" h="4141" extrusionOk="0">
                  <a:moveTo>
                    <a:pt x="0" y="1"/>
                  </a:moveTo>
                  <a:lnTo>
                    <a:pt x="0" y="4141"/>
                  </a:lnTo>
                  <a:lnTo>
                    <a:pt x="252038" y="4141"/>
                  </a:lnTo>
                  <a:lnTo>
                    <a:pt x="2520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509725" y="4225075"/>
              <a:ext cx="6300950" cy="36325"/>
            </a:xfrm>
            <a:custGeom>
              <a:avLst/>
              <a:gdLst/>
              <a:ahLst/>
              <a:cxnLst/>
              <a:rect l="l" t="t" r="r" b="b"/>
              <a:pathLst>
                <a:path w="252038" h="1453" extrusionOk="0">
                  <a:moveTo>
                    <a:pt x="0" y="1"/>
                  </a:moveTo>
                  <a:lnTo>
                    <a:pt x="0" y="1452"/>
                  </a:lnTo>
                  <a:lnTo>
                    <a:pt x="252038" y="1452"/>
                  </a:lnTo>
                  <a:lnTo>
                    <a:pt x="2520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subTitle" idx="1"/>
          </p:nvPr>
        </p:nvSpPr>
        <p:spPr>
          <a:xfrm>
            <a:off x="1530279" y="1811200"/>
            <a:ext cx="3507600" cy="21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1238225" y="982325"/>
            <a:ext cx="4091700" cy="657900"/>
          </a:xfrm>
          <a:prstGeom prst="rect">
            <a:avLst/>
          </a:prstGeom>
        </p:spPr>
        <p:txBody>
          <a:bodyPr spcFirstLastPara="1" wrap="square" lIns="128000" tIns="18275" rIns="128000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148" name="Google Shape;148;p9"/>
          <p:cNvGrpSpPr/>
          <p:nvPr/>
        </p:nvGrpSpPr>
        <p:grpSpPr>
          <a:xfrm>
            <a:off x="7840222" y="3647824"/>
            <a:ext cx="1065006" cy="1140852"/>
            <a:chOff x="513425" y="278131"/>
            <a:chExt cx="1188623" cy="1273272"/>
          </a:xfrm>
        </p:grpSpPr>
        <p:sp>
          <p:nvSpPr>
            <p:cNvPr id="149" name="Google Shape;149;p9"/>
            <p:cNvSpPr/>
            <p:nvPr/>
          </p:nvSpPr>
          <p:spPr>
            <a:xfrm flipH="1">
              <a:off x="959348" y="278131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8745" y="0"/>
                  </a:moveTo>
                  <a:lnTo>
                    <a:pt x="8745" y="7273"/>
                  </a:lnTo>
                  <a:lnTo>
                    <a:pt x="4455" y="7273"/>
                  </a:lnTo>
                  <a:lnTo>
                    <a:pt x="4455" y="10236"/>
                  </a:lnTo>
                  <a:lnTo>
                    <a:pt x="0" y="10236"/>
                  </a:lnTo>
                  <a:lnTo>
                    <a:pt x="0" y="13381"/>
                  </a:lnTo>
                  <a:lnTo>
                    <a:pt x="5455" y="13381"/>
                  </a:lnTo>
                  <a:lnTo>
                    <a:pt x="5455" y="15690"/>
                  </a:lnTo>
                  <a:lnTo>
                    <a:pt x="24599" y="15690"/>
                  </a:lnTo>
                  <a:lnTo>
                    <a:pt x="24599" y="11727"/>
                  </a:lnTo>
                  <a:lnTo>
                    <a:pt x="29707" y="11727"/>
                  </a:lnTo>
                  <a:lnTo>
                    <a:pt x="29707" y="6109"/>
                  </a:lnTo>
                  <a:lnTo>
                    <a:pt x="24762" y="6109"/>
                  </a:lnTo>
                  <a:lnTo>
                    <a:pt x="24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 flipH="1">
              <a:off x="513425" y="1159128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4945" y="0"/>
                  </a:moveTo>
                  <a:lnTo>
                    <a:pt x="4945" y="6109"/>
                  </a:lnTo>
                  <a:lnTo>
                    <a:pt x="0" y="6109"/>
                  </a:lnTo>
                  <a:lnTo>
                    <a:pt x="0" y="11727"/>
                  </a:lnTo>
                  <a:lnTo>
                    <a:pt x="5109" y="11727"/>
                  </a:lnTo>
                  <a:lnTo>
                    <a:pt x="5109" y="15690"/>
                  </a:lnTo>
                  <a:lnTo>
                    <a:pt x="24253" y="15690"/>
                  </a:lnTo>
                  <a:lnTo>
                    <a:pt x="24253" y="13363"/>
                  </a:lnTo>
                  <a:lnTo>
                    <a:pt x="29707" y="13363"/>
                  </a:lnTo>
                  <a:lnTo>
                    <a:pt x="29707" y="10236"/>
                  </a:lnTo>
                  <a:lnTo>
                    <a:pt x="25253" y="10236"/>
                  </a:lnTo>
                  <a:lnTo>
                    <a:pt x="25253" y="7254"/>
                  </a:lnTo>
                  <a:lnTo>
                    <a:pt x="20962" y="7254"/>
                  </a:lnTo>
                  <a:lnTo>
                    <a:pt x="20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238772" y="354824"/>
            <a:ext cx="1065006" cy="1140852"/>
            <a:chOff x="513425" y="278131"/>
            <a:chExt cx="1188623" cy="1273272"/>
          </a:xfrm>
        </p:grpSpPr>
        <p:sp>
          <p:nvSpPr>
            <p:cNvPr id="152" name="Google Shape;152;p9"/>
            <p:cNvSpPr/>
            <p:nvPr/>
          </p:nvSpPr>
          <p:spPr>
            <a:xfrm>
              <a:off x="959348" y="278131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8745" y="0"/>
                  </a:moveTo>
                  <a:lnTo>
                    <a:pt x="8745" y="7273"/>
                  </a:lnTo>
                  <a:lnTo>
                    <a:pt x="4455" y="7273"/>
                  </a:lnTo>
                  <a:lnTo>
                    <a:pt x="4455" y="10236"/>
                  </a:lnTo>
                  <a:lnTo>
                    <a:pt x="0" y="10236"/>
                  </a:lnTo>
                  <a:lnTo>
                    <a:pt x="0" y="13381"/>
                  </a:lnTo>
                  <a:lnTo>
                    <a:pt x="5455" y="13381"/>
                  </a:lnTo>
                  <a:lnTo>
                    <a:pt x="5455" y="15690"/>
                  </a:lnTo>
                  <a:lnTo>
                    <a:pt x="24599" y="15690"/>
                  </a:lnTo>
                  <a:lnTo>
                    <a:pt x="24599" y="11727"/>
                  </a:lnTo>
                  <a:lnTo>
                    <a:pt x="29707" y="11727"/>
                  </a:lnTo>
                  <a:lnTo>
                    <a:pt x="29707" y="6109"/>
                  </a:lnTo>
                  <a:lnTo>
                    <a:pt x="24762" y="6109"/>
                  </a:lnTo>
                  <a:lnTo>
                    <a:pt x="24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513425" y="1159128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4945" y="0"/>
                  </a:moveTo>
                  <a:lnTo>
                    <a:pt x="4945" y="6109"/>
                  </a:lnTo>
                  <a:lnTo>
                    <a:pt x="0" y="6109"/>
                  </a:lnTo>
                  <a:lnTo>
                    <a:pt x="0" y="11727"/>
                  </a:lnTo>
                  <a:lnTo>
                    <a:pt x="5109" y="11727"/>
                  </a:lnTo>
                  <a:lnTo>
                    <a:pt x="5109" y="15690"/>
                  </a:lnTo>
                  <a:lnTo>
                    <a:pt x="24253" y="15690"/>
                  </a:lnTo>
                  <a:lnTo>
                    <a:pt x="24253" y="13363"/>
                  </a:lnTo>
                  <a:lnTo>
                    <a:pt x="29707" y="13363"/>
                  </a:lnTo>
                  <a:lnTo>
                    <a:pt x="29707" y="10236"/>
                  </a:lnTo>
                  <a:lnTo>
                    <a:pt x="25253" y="10236"/>
                  </a:lnTo>
                  <a:lnTo>
                    <a:pt x="25253" y="7254"/>
                  </a:lnTo>
                  <a:lnTo>
                    <a:pt x="20962" y="7254"/>
                  </a:lnTo>
                  <a:lnTo>
                    <a:pt x="20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6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>
            <a:spLocks noGrp="1"/>
          </p:cNvSpPr>
          <p:nvPr>
            <p:ph type="title" hasCustomPrompt="1"/>
          </p:nvPr>
        </p:nvSpPr>
        <p:spPr>
          <a:xfrm>
            <a:off x="674850" y="1898425"/>
            <a:ext cx="1043100" cy="527400"/>
          </a:xfrm>
          <a:prstGeom prst="rect">
            <a:avLst/>
          </a:prstGeom>
        </p:spPr>
        <p:txBody>
          <a:bodyPr spcFirstLastPara="1" wrap="square" lIns="128000" tIns="18275" rIns="128000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1"/>
          </p:nvPr>
        </p:nvSpPr>
        <p:spPr>
          <a:xfrm>
            <a:off x="1845662" y="1650150"/>
            <a:ext cx="2529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2"/>
          </p:nvPr>
        </p:nvSpPr>
        <p:spPr>
          <a:xfrm>
            <a:off x="1845662" y="1994182"/>
            <a:ext cx="2529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3" hasCustomPrompt="1"/>
          </p:nvPr>
        </p:nvSpPr>
        <p:spPr>
          <a:xfrm>
            <a:off x="674850" y="3586918"/>
            <a:ext cx="1043100" cy="527400"/>
          </a:xfrm>
          <a:prstGeom prst="rect">
            <a:avLst/>
          </a:prstGeom>
        </p:spPr>
        <p:txBody>
          <a:bodyPr spcFirstLastPara="1" wrap="square" lIns="128000" tIns="18275" rIns="128000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4"/>
          </p:nvPr>
        </p:nvSpPr>
        <p:spPr>
          <a:xfrm>
            <a:off x="1845662" y="3338643"/>
            <a:ext cx="2529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5"/>
          </p:nvPr>
        </p:nvSpPr>
        <p:spPr>
          <a:xfrm>
            <a:off x="1845662" y="3682676"/>
            <a:ext cx="2529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 idx="6" hasCustomPrompt="1"/>
          </p:nvPr>
        </p:nvSpPr>
        <p:spPr>
          <a:xfrm>
            <a:off x="4659450" y="1898425"/>
            <a:ext cx="1043100" cy="527400"/>
          </a:xfrm>
          <a:prstGeom prst="rect">
            <a:avLst/>
          </a:prstGeom>
        </p:spPr>
        <p:txBody>
          <a:bodyPr spcFirstLastPara="1" wrap="square" lIns="128000" tIns="18275" rIns="128000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7"/>
          </p:nvPr>
        </p:nvSpPr>
        <p:spPr>
          <a:xfrm>
            <a:off x="5830262" y="1650150"/>
            <a:ext cx="2529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8"/>
          </p:nvPr>
        </p:nvSpPr>
        <p:spPr>
          <a:xfrm>
            <a:off x="5830262" y="1994180"/>
            <a:ext cx="2529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9"/>
          </p:nvPr>
        </p:nvSpPr>
        <p:spPr>
          <a:xfrm>
            <a:off x="676656" y="548640"/>
            <a:ext cx="7790700" cy="557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128000" tIns="18275" rIns="12800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13" hasCustomPrompt="1"/>
          </p:nvPr>
        </p:nvSpPr>
        <p:spPr>
          <a:xfrm>
            <a:off x="4659450" y="3586918"/>
            <a:ext cx="1043100" cy="527400"/>
          </a:xfrm>
          <a:prstGeom prst="rect">
            <a:avLst/>
          </a:prstGeom>
        </p:spPr>
        <p:txBody>
          <a:bodyPr spcFirstLastPara="1" wrap="square" lIns="128000" tIns="18275" rIns="128000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4"/>
          </p:nvPr>
        </p:nvSpPr>
        <p:spPr>
          <a:xfrm>
            <a:off x="5830262" y="3338643"/>
            <a:ext cx="2529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5"/>
          </p:nvPr>
        </p:nvSpPr>
        <p:spPr>
          <a:xfrm>
            <a:off x="5830262" y="3682676"/>
            <a:ext cx="2529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grpSp>
        <p:nvGrpSpPr>
          <p:cNvPr id="195" name="Google Shape;195;p13"/>
          <p:cNvGrpSpPr/>
          <p:nvPr/>
        </p:nvGrpSpPr>
        <p:grpSpPr>
          <a:xfrm>
            <a:off x="8709385" y="2573876"/>
            <a:ext cx="676365" cy="2569664"/>
            <a:chOff x="8623932" y="2876831"/>
            <a:chExt cx="806349" cy="3063866"/>
          </a:xfrm>
        </p:grpSpPr>
        <p:grpSp>
          <p:nvGrpSpPr>
            <p:cNvPr id="196" name="Google Shape;196;p13"/>
            <p:cNvGrpSpPr/>
            <p:nvPr/>
          </p:nvGrpSpPr>
          <p:grpSpPr>
            <a:xfrm>
              <a:off x="8623932" y="2876831"/>
              <a:ext cx="518359" cy="1975127"/>
              <a:chOff x="1118800" y="2729480"/>
              <a:chExt cx="436476" cy="1663125"/>
            </a:xfrm>
          </p:grpSpPr>
          <p:sp>
            <p:nvSpPr>
              <p:cNvPr id="197" name="Google Shape;197;p13"/>
              <p:cNvSpPr/>
              <p:nvPr/>
            </p:nvSpPr>
            <p:spPr>
              <a:xfrm>
                <a:off x="1445477" y="2729480"/>
                <a:ext cx="109800" cy="81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3"/>
              <p:cNvSpPr/>
              <p:nvPr/>
            </p:nvSpPr>
            <p:spPr>
              <a:xfrm>
                <a:off x="1336575" y="2729700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1227700" y="2876625"/>
                <a:ext cx="109800" cy="1034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1445477" y="2922103"/>
                <a:ext cx="109800" cy="1361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1118800" y="2985225"/>
                <a:ext cx="109800" cy="926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1336573" y="3005026"/>
                <a:ext cx="109800" cy="1034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1227709" y="3113550"/>
                <a:ext cx="109800" cy="1214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1336577" y="3177905"/>
                <a:ext cx="109800" cy="1214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5" name="Google Shape;205;p13"/>
            <p:cNvSpPr/>
            <p:nvPr/>
          </p:nvSpPr>
          <p:spPr>
            <a:xfrm flipH="1">
              <a:off x="8623938" y="3446342"/>
              <a:ext cx="806343" cy="2494355"/>
            </a:xfrm>
            <a:custGeom>
              <a:avLst/>
              <a:gdLst/>
              <a:ahLst/>
              <a:cxnLst/>
              <a:rect l="l" t="t" r="r" b="b"/>
              <a:pathLst>
                <a:path w="31052" h="55194" extrusionOk="0">
                  <a:moveTo>
                    <a:pt x="2608" y="1"/>
                  </a:moveTo>
                  <a:lnTo>
                    <a:pt x="2608" y="3254"/>
                  </a:lnTo>
                  <a:lnTo>
                    <a:pt x="1" y="3254"/>
                  </a:lnTo>
                  <a:lnTo>
                    <a:pt x="1" y="55193"/>
                  </a:lnTo>
                  <a:lnTo>
                    <a:pt x="31052" y="55193"/>
                  </a:lnTo>
                  <a:lnTo>
                    <a:pt x="31052" y="9921"/>
                  </a:lnTo>
                  <a:lnTo>
                    <a:pt x="20056" y="9921"/>
                  </a:lnTo>
                  <a:lnTo>
                    <a:pt x="20056" y="23981"/>
                  </a:lnTo>
                  <a:lnTo>
                    <a:pt x="14841" y="23981"/>
                  </a:lnTo>
                  <a:lnTo>
                    <a:pt x="14841" y="3254"/>
                  </a:lnTo>
                  <a:lnTo>
                    <a:pt x="12233" y="3254"/>
                  </a:lnTo>
                  <a:lnTo>
                    <a:pt x="122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/>
          <p:nvPr/>
        </p:nvSpPr>
        <p:spPr>
          <a:xfrm>
            <a:off x="674850" y="539550"/>
            <a:ext cx="7794300" cy="40644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"/>
          <p:cNvSpPr txBox="1">
            <a:spLocks noGrp="1"/>
          </p:cNvSpPr>
          <p:nvPr>
            <p:ph type="body" idx="1"/>
          </p:nvPr>
        </p:nvSpPr>
        <p:spPr>
          <a:xfrm>
            <a:off x="4748375" y="1922600"/>
            <a:ext cx="3523200" cy="24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800">
                <a:solidFill>
                  <a:schemeClr val="accent5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body" idx="2"/>
          </p:nvPr>
        </p:nvSpPr>
        <p:spPr>
          <a:xfrm>
            <a:off x="872400" y="1246100"/>
            <a:ext cx="3523200" cy="31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676656" y="548640"/>
            <a:ext cx="7790700" cy="557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128000" tIns="18275" rIns="12800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Font typeface="VT323"/>
              <a:buNone/>
              <a:defRPr sz="4000"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grpSp>
        <p:nvGrpSpPr>
          <p:cNvPr id="227" name="Google Shape;227;p15"/>
          <p:cNvGrpSpPr/>
          <p:nvPr/>
        </p:nvGrpSpPr>
        <p:grpSpPr>
          <a:xfrm>
            <a:off x="-20" y="4025705"/>
            <a:ext cx="543989" cy="1117684"/>
            <a:chOff x="895750" y="3470770"/>
            <a:chExt cx="517297" cy="1118131"/>
          </a:xfrm>
        </p:grpSpPr>
        <p:sp>
          <p:nvSpPr>
            <p:cNvPr id="228" name="Google Shape;228;p15"/>
            <p:cNvSpPr/>
            <p:nvPr/>
          </p:nvSpPr>
          <p:spPr>
            <a:xfrm flipH="1">
              <a:off x="1308946" y="4369675"/>
              <a:ext cx="104100" cy="21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 flipH="1">
              <a:off x="1205645" y="4172226"/>
              <a:ext cx="104100" cy="41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 flipH="1">
              <a:off x="1102350" y="3922797"/>
              <a:ext cx="104100" cy="66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 flipH="1">
              <a:off x="999042" y="3638265"/>
              <a:ext cx="104100" cy="950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 flipH="1">
              <a:off x="895750" y="3470770"/>
              <a:ext cx="104100" cy="11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 flipH="1">
              <a:off x="1205650" y="4369750"/>
              <a:ext cx="104100" cy="21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5"/>
            <p:cNvSpPr/>
            <p:nvPr/>
          </p:nvSpPr>
          <p:spPr>
            <a:xfrm flipH="1">
              <a:off x="1102350" y="4172501"/>
              <a:ext cx="104100" cy="41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 flipH="1">
              <a:off x="999050" y="4028850"/>
              <a:ext cx="104100" cy="55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 flipH="1">
              <a:off x="895750" y="3638175"/>
              <a:ext cx="104100" cy="95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 flipH="1">
              <a:off x="1102350" y="4369498"/>
              <a:ext cx="104100" cy="219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 flipH="1">
              <a:off x="999050" y="4172297"/>
              <a:ext cx="104100" cy="41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 flipH="1">
              <a:off x="895756" y="3865198"/>
              <a:ext cx="104100" cy="723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6"/>
          <p:cNvGrpSpPr/>
          <p:nvPr/>
        </p:nvGrpSpPr>
        <p:grpSpPr>
          <a:xfrm>
            <a:off x="332774" y="715496"/>
            <a:ext cx="8478452" cy="3712508"/>
            <a:chOff x="332774" y="715496"/>
            <a:chExt cx="8478452" cy="3712508"/>
          </a:xfrm>
        </p:grpSpPr>
        <p:grpSp>
          <p:nvGrpSpPr>
            <p:cNvPr id="412" name="Google Shape;412;p26"/>
            <p:cNvGrpSpPr/>
            <p:nvPr/>
          </p:nvGrpSpPr>
          <p:grpSpPr>
            <a:xfrm flipH="1">
              <a:off x="332774" y="3507445"/>
              <a:ext cx="327581" cy="920559"/>
              <a:chOff x="1445469" y="2515266"/>
              <a:chExt cx="327581" cy="920559"/>
            </a:xfrm>
          </p:grpSpPr>
          <p:sp>
            <p:nvSpPr>
              <p:cNvPr id="413" name="Google Shape;413;p26"/>
              <p:cNvSpPr/>
              <p:nvPr/>
            </p:nvSpPr>
            <p:spPr>
              <a:xfrm>
                <a:off x="1445469" y="2515266"/>
                <a:ext cx="109800" cy="70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6"/>
              <p:cNvSpPr/>
              <p:nvPr/>
            </p:nvSpPr>
            <p:spPr>
              <a:xfrm>
                <a:off x="1554375" y="2621025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6"/>
              <p:cNvSpPr/>
              <p:nvPr/>
            </p:nvSpPr>
            <p:spPr>
              <a:xfrm>
                <a:off x="1663250" y="2729700"/>
                <a:ext cx="109800" cy="45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1445475" y="2729475"/>
                <a:ext cx="109800" cy="70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554375" y="2729475"/>
                <a:ext cx="109800" cy="55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1445475" y="2729597"/>
                <a:ext cx="109800" cy="559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26"/>
            <p:cNvGrpSpPr/>
            <p:nvPr/>
          </p:nvGrpSpPr>
          <p:grpSpPr>
            <a:xfrm flipH="1">
              <a:off x="8483657" y="715496"/>
              <a:ext cx="327569" cy="814800"/>
              <a:chOff x="1118806" y="2729700"/>
              <a:chExt cx="327569" cy="814800"/>
            </a:xfrm>
          </p:grpSpPr>
          <p:sp>
            <p:nvSpPr>
              <p:cNvPr id="420" name="Google Shape;420;p26"/>
              <p:cNvSpPr/>
              <p:nvPr/>
            </p:nvSpPr>
            <p:spPr>
              <a:xfrm>
                <a:off x="1118806" y="2985217"/>
                <a:ext cx="109800" cy="303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6"/>
              <p:cNvSpPr/>
              <p:nvPr/>
            </p:nvSpPr>
            <p:spPr>
              <a:xfrm>
                <a:off x="1227706" y="2876615"/>
                <a:ext cx="109800" cy="559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6"/>
              <p:cNvSpPr/>
              <p:nvPr/>
            </p:nvSpPr>
            <p:spPr>
              <a:xfrm>
                <a:off x="1336575" y="2729700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6"/>
              <p:cNvSpPr/>
              <p:nvPr/>
            </p:nvSpPr>
            <p:spPr>
              <a:xfrm>
                <a:off x="1227700" y="2985225"/>
                <a:ext cx="109800" cy="450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6"/>
              <p:cNvSpPr/>
              <p:nvPr/>
            </p:nvSpPr>
            <p:spPr>
              <a:xfrm>
                <a:off x="1336575" y="2876700"/>
                <a:ext cx="109800" cy="667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6"/>
              <p:cNvSpPr/>
              <p:nvPr/>
            </p:nvSpPr>
            <p:spPr>
              <a:xfrm>
                <a:off x="1227706" y="3120236"/>
                <a:ext cx="109800" cy="168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6"/>
              <p:cNvSpPr/>
              <p:nvPr/>
            </p:nvSpPr>
            <p:spPr>
              <a:xfrm>
                <a:off x="1336575" y="2985425"/>
                <a:ext cx="109800" cy="450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7" name="Google Shape;427;p26"/>
          <p:cNvSpPr/>
          <p:nvPr/>
        </p:nvSpPr>
        <p:spPr>
          <a:xfrm>
            <a:off x="674850" y="539550"/>
            <a:ext cx="7794300" cy="40644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7"/>
          <p:cNvGrpSpPr/>
          <p:nvPr/>
        </p:nvGrpSpPr>
        <p:grpSpPr>
          <a:xfrm>
            <a:off x="7840222" y="3647824"/>
            <a:ext cx="1065006" cy="1140852"/>
            <a:chOff x="513425" y="278131"/>
            <a:chExt cx="1188623" cy="1273272"/>
          </a:xfrm>
        </p:grpSpPr>
        <p:sp>
          <p:nvSpPr>
            <p:cNvPr id="430" name="Google Shape;430;p27"/>
            <p:cNvSpPr/>
            <p:nvPr/>
          </p:nvSpPr>
          <p:spPr>
            <a:xfrm flipH="1">
              <a:off x="959348" y="278131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8745" y="0"/>
                  </a:moveTo>
                  <a:lnTo>
                    <a:pt x="8745" y="7273"/>
                  </a:lnTo>
                  <a:lnTo>
                    <a:pt x="4455" y="7273"/>
                  </a:lnTo>
                  <a:lnTo>
                    <a:pt x="4455" y="10236"/>
                  </a:lnTo>
                  <a:lnTo>
                    <a:pt x="0" y="10236"/>
                  </a:lnTo>
                  <a:lnTo>
                    <a:pt x="0" y="13381"/>
                  </a:lnTo>
                  <a:lnTo>
                    <a:pt x="5455" y="13381"/>
                  </a:lnTo>
                  <a:lnTo>
                    <a:pt x="5455" y="15690"/>
                  </a:lnTo>
                  <a:lnTo>
                    <a:pt x="24599" y="15690"/>
                  </a:lnTo>
                  <a:lnTo>
                    <a:pt x="24599" y="11727"/>
                  </a:lnTo>
                  <a:lnTo>
                    <a:pt x="29707" y="11727"/>
                  </a:lnTo>
                  <a:lnTo>
                    <a:pt x="29707" y="6109"/>
                  </a:lnTo>
                  <a:lnTo>
                    <a:pt x="24762" y="6109"/>
                  </a:lnTo>
                  <a:lnTo>
                    <a:pt x="24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 flipH="1">
              <a:off x="513425" y="1159128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4945" y="0"/>
                  </a:moveTo>
                  <a:lnTo>
                    <a:pt x="4945" y="6109"/>
                  </a:lnTo>
                  <a:lnTo>
                    <a:pt x="0" y="6109"/>
                  </a:lnTo>
                  <a:lnTo>
                    <a:pt x="0" y="11727"/>
                  </a:lnTo>
                  <a:lnTo>
                    <a:pt x="5109" y="11727"/>
                  </a:lnTo>
                  <a:lnTo>
                    <a:pt x="5109" y="15690"/>
                  </a:lnTo>
                  <a:lnTo>
                    <a:pt x="24253" y="15690"/>
                  </a:lnTo>
                  <a:lnTo>
                    <a:pt x="24253" y="13363"/>
                  </a:lnTo>
                  <a:lnTo>
                    <a:pt x="29707" y="13363"/>
                  </a:lnTo>
                  <a:lnTo>
                    <a:pt x="29707" y="10236"/>
                  </a:lnTo>
                  <a:lnTo>
                    <a:pt x="25253" y="10236"/>
                  </a:lnTo>
                  <a:lnTo>
                    <a:pt x="25253" y="7254"/>
                  </a:lnTo>
                  <a:lnTo>
                    <a:pt x="20962" y="7254"/>
                  </a:lnTo>
                  <a:lnTo>
                    <a:pt x="20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27"/>
          <p:cNvGrpSpPr/>
          <p:nvPr/>
        </p:nvGrpSpPr>
        <p:grpSpPr>
          <a:xfrm>
            <a:off x="238772" y="354824"/>
            <a:ext cx="1065006" cy="1140852"/>
            <a:chOff x="513425" y="278131"/>
            <a:chExt cx="1188623" cy="1273272"/>
          </a:xfrm>
        </p:grpSpPr>
        <p:sp>
          <p:nvSpPr>
            <p:cNvPr id="433" name="Google Shape;433;p27"/>
            <p:cNvSpPr/>
            <p:nvPr/>
          </p:nvSpPr>
          <p:spPr>
            <a:xfrm>
              <a:off x="959348" y="278131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8745" y="0"/>
                  </a:moveTo>
                  <a:lnTo>
                    <a:pt x="8745" y="7273"/>
                  </a:lnTo>
                  <a:lnTo>
                    <a:pt x="4455" y="7273"/>
                  </a:lnTo>
                  <a:lnTo>
                    <a:pt x="4455" y="10236"/>
                  </a:lnTo>
                  <a:lnTo>
                    <a:pt x="0" y="10236"/>
                  </a:lnTo>
                  <a:lnTo>
                    <a:pt x="0" y="13381"/>
                  </a:lnTo>
                  <a:lnTo>
                    <a:pt x="5455" y="13381"/>
                  </a:lnTo>
                  <a:lnTo>
                    <a:pt x="5455" y="15690"/>
                  </a:lnTo>
                  <a:lnTo>
                    <a:pt x="24599" y="15690"/>
                  </a:lnTo>
                  <a:lnTo>
                    <a:pt x="24599" y="11727"/>
                  </a:lnTo>
                  <a:lnTo>
                    <a:pt x="29707" y="11727"/>
                  </a:lnTo>
                  <a:lnTo>
                    <a:pt x="29707" y="6109"/>
                  </a:lnTo>
                  <a:lnTo>
                    <a:pt x="24762" y="6109"/>
                  </a:lnTo>
                  <a:lnTo>
                    <a:pt x="24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513425" y="1159128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4945" y="0"/>
                  </a:moveTo>
                  <a:lnTo>
                    <a:pt x="4945" y="6109"/>
                  </a:lnTo>
                  <a:lnTo>
                    <a:pt x="0" y="6109"/>
                  </a:lnTo>
                  <a:lnTo>
                    <a:pt x="0" y="11727"/>
                  </a:lnTo>
                  <a:lnTo>
                    <a:pt x="5109" y="11727"/>
                  </a:lnTo>
                  <a:lnTo>
                    <a:pt x="5109" y="15690"/>
                  </a:lnTo>
                  <a:lnTo>
                    <a:pt x="24253" y="15690"/>
                  </a:lnTo>
                  <a:lnTo>
                    <a:pt x="24253" y="13363"/>
                  </a:lnTo>
                  <a:lnTo>
                    <a:pt x="29707" y="13363"/>
                  </a:lnTo>
                  <a:lnTo>
                    <a:pt x="29707" y="10236"/>
                  </a:lnTo>
                  <a:lnTo>
                    <a:pt x="25253" y="10236"/>
                  </a:lnTo>
                  <a:lnTo>
                    <a:pt x="25253" y="7254"/>
                  </a:lnTo>
                  <a:lnTo>
                    <a:pt x="20962" y="7254"/>
                  </a:lnTo>
                  <a:lnTo>
                    <a:pt x="20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27"/>
          <p:cNvGrpSpPr/>
          <p:nvPr/>
        </p:nvGrpSpPr>
        <p:grpSpPr>
          <a:xfrm>
            <a:off x="-1" y="-12"/>
            <a:ext cx="9144000" cy="5143500"/>
            <a:chOff x="-1" y="-12"/>
            <a:chExt cx="9144000" cy="5143500"/>
          </a:xfrm>
        </p:grpSpPr>
        <p:grpSp>
          <p:nvGrpSpPr>
            <p:cNvPr id="436" name="Google Shape;436;p27"/>
            <p:cNvGrpSpPr/>
            <p:nvPr/>
          </p:nvGrpSpPr>
          <p:grpSpPr>
            <a:xfrm>
              <a:off x="-1" y="4114263"/>
              <a:ext cx="436476" cy="1029225"/>
              <a:chOff x="1336575" y="2515275"/>
              <a:chExt cx="436476" cy="1029225"/>
            </a:xfrm>
          </p:grpSpPr>
          <p:sp>
            <p:nvSpPr>
              <p:cNvPr id="437" name="Google Shape;437;p27"/>
              <p:cNvSpPr/>
              <p:nvPr/>
            </p:nvSpPr>
            <p:spPr>
              <a:xfrm>
                <a:off x="1445475" y="2515275"/>
                <a:ext cx="109800" cy="1029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7"/>
              <p:cNvSpPr/>
              <p:nvPr/>
            </p:nvSpPr>
            <p:spPr>
              <a:xfrm>
                <a:off x="1554376" y="2621038"/>
                <a:ext cx="109800" cy="923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7"/>
              <p:cNvSpPr/>
              <p:nvPr/>
            </p:nvSpPr>
            <p:spPr>
              <a:xfrm>
                <a:off x="1445475" y="2729475"/>
                <a:ext cx="109800" cy="70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7"/>
              <p:cNvSpPr/>
              <p:nvPr/>
            </p:nvSpPr>
            <p:spPr>
              <a:xfrm>
                <a:off x="1554375" y="2729475"/>
                <a:ext cx="109800" cy="55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7"/>
              <p:cNvSpPr/>
              <p:nvPr/>
            </p:nvSpPr>
            <p:spPr>
              <a:xfrm>
                <a:off x="1445475" y="2729597"/>
                <a:ext cx="109800" cy="559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>
                <a:off x="1336575" y="2729700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7"/>
              <p:cNvSpPr/>
              <p:nvPr/>
            </p:nvSpPr>
            <p:spPr>
              <a:xfrm>
                <a:off x="1663251" y="2876412"/>
                <a:ext cx="109800" cy="559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1336575" y="2876700"/>
                <a:ext cx="109800" cy="667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7"/>
              <p:cNvSpPr/>
              <p:nvPr/>
            </p:nvSpPr>
            <p:spPr>
              <a:xfrm>
                <a:off x="1336575" y="2985425"/>
                <a:ext cx="109800" cy="450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6" name="Google Shape;446;p27"/>
            <p:cNvGrpSpPr/>
            <p:nvPr/>
          </p:nvGrpSpPr>
          <p:grpSpPr>
            <a:xfrm>
              <a:off x="8705700" y="-12"/>
              <a:ext cx="438299" cy="1029000"/>
              <a:chOff x="2840875" y="2545188"/>
              <a:chExt cx="438299" cy="1029000"/>
            </a:xfrm>
          </p:grpSpPr>
          <p:sp>
            <p:nvSpPr>
              <p:cNvPr id="447" name="Google Shape;447;p27"/>
              <p:cNvSpPr/>
              <p:nvPr/>
            </p:nvSpPr>
            <p:spPr>
              <a:xfrm>
                <a:off x="3169374" y="2545188"/>
                <a:ext cx="109800" cy="1029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7"/>
              <p:cNvSpPr/>
              <p:nvPr/>
            </p:nvSpPr>
            <p:spPr>
              <a:xfrm>
                <a:off x="2950675" y="2545188"/>
                <a:ext cx="109800" cy="923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7"/>
              <p:cNvSpPr/>
              <p:nvPr/>
            </p:nvSpPr>
            <p:spPr>
              <a:xfrm>
                <a:off x="3169374" y="2545188"/>
                <a:ext cx="109800" cy="70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7"/>
              <p:cNvSpPr/>
              <p:nvPr/>
            </p:nvSpPr>
            <p:spPr>
              <a:xfrm>
                <a:off x="2950674" y="2545188"/>
                <a:ext cx="109800" cy="55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7"/>
              <p:cNvSpPr/>
              <p:nvPr/>
            </p:nvSpPr>
            <p:spPr>
              <a:xfrm>
                <a:off x="3169374" y="2545188"/>
                <a:ext cx="109800" cy="559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7"/>
              <p:cNvSpPr/>
              <p:nvPr/>
            </p:nvSpPr>
            <p:spPr>
              <a:xfrm>
                <a:off x="3060474" y="2545188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7"/>
              <p:cNvSpPr/>
              <p:nvPr/>
            </p:nvSpPr>
            <p:spPr>
              <a:xfrm>
                <a:off x="2840875" y="2545188"/>
                <a:ext cx="109800" cy="559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7"/>
              <p:cNvSpPr/>
              <p:nvPr/>
            </p:nvSpPr>
            <p:spPr>
              <a:xfrm>
                <a:off x="3060474" y="2545188"/>
                <a:ext cx="109800" cy="667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7"/>
              <p:cNvSpPr/>
              <p:nvPr/>
            </p:nvSpPr>
            <p:spPr>
              <a:xfrm>
                <a:off x="3060474" y="2545188"/>
                <a:ext cx="109800" cy="450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76656" y="548640"/>
            <a:ext cx="7790700" cy="5577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8000" tIns="18275" rIns="12800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VT323"/>
              <a:buNone/>
              <a:defRPr sz="4000">
                <a:solidFill>
                  <a:schemeClr val="accent5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Fredoka One"/>
              <a:buNone/>
              <a:defRPr sz="36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Fredoka One"/>
              <a:buNone/>
              <a:defRPr sz="36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Fredoka One"/>
              <a:buNone/>
              <a:defRPr sz="36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Fredoka One"/>
              <a:buNone/>
              <a:defRPr sz="36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Fredoka One"/>
              <a:buNone/>
              <a:defRPr sz="36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Fredoka One"/>
              <a:buNone/>
              <a:defRPr sz="36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Fredoka One"/>
              <a:buNone/>
              <a:defRPr sz="36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Fredoka One"/>
              <a:buNone/>
              <a:defRPr sz="36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VT323"/>
              <a:buChar char="■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T323"/>
              <a:buChar char="○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T323"/>
              <a:buChar char="■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T323"/>
              <a:buChar char="●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T323"/>
              <a:buChar char="○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T323"/>
              <a:buChar char="■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T323"/>
              <a:buChar char="●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T323"/>
              <a:buChar char="○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T323"/>
              <a:buChar char="■"/>
              <a:defRPr sz="1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59" r:id="rId7"/>
    <p:sldLayoutId id="2147483661" r:id="rId8"/>
    <p:sldLayoutId id="2147483672" r:id="rId9"/>
    <p:sldLayoutId id="214748367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31"/>
          <p:cNvGrpSpPr/>
          <p:nvPr/>
        </p:nvGrpSpPr>
        <p:grpSpPr>
          <a:xfrm>
            <a:off x="460809" y="892294"/>
            <a:ext cx="1106132" cy="1204882"/>
            <a:chOff x="513425" y="278131"/>
            <a:chExt cx="1188623" cy="1294737"/>
          </a:xfrm>
        </p:grpSpPr>
        <p:sp>
          <p:nvSpPr>
            <p:cNvPr id="467" name="Google Shape;467;p31"/>
            <p:cNvSpPr/>
            <p:nvPr/>
          </p:nvSpPr>
          <p:spPr>
            <a:xfrm>
              <a:off x="959348" y="278131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8745" y="0"/>
                  </a:moveTo>
                  <a:lnTo>
                    <a:pt x="8745" y="7273"/>
                  </a:lnTo>
                  <a:lnTo>
                    <a:pt x="4455" y="7273"/>
                  </a:lnTo>
                  <a:lnTo>
                    <a:pt x="4455" y="10236"/>
                  </a:lnTo>
                  <a:lnTo>
                    <a:pt x="0" y="10236"/>
                  </a:lnTo>
                  <a:lnTo>
                    <a:pt x="0" y="13381"/>
                  </a:lnTo>
                  <a:lnTo>
                    <a:pt x="5455" y="13381"/>
                  </a:lnTo>
                  <a:lnTo>
                    <a:pt x="5455" y="15690"/>
                  </a:lnTo>
                  <a:lnTo>
                    <a:pt x="24599" y="15690"/>
                  </a:lnTo>
                  <a:lnTo>
                    <a:pt x="24599" y="11727"/>
                  </a:lnTo>
                  <a:lnTo>
                    <a:pt x="29707" y="11727"/>
                  </a:lnTo>
                  <a:lnTo>
                    <a:pt x="29707" y="6109"/>
                  </a:lnTo>
                  <a:lnTo>
                    <a:pt x="24762" y="6109"/>
                  </a:lnTo>
                  <a:lnTo>
                    <a:pt x="24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513425" y="1180592"/>
              <a:ext cx="742700" cy="392275"/>
            </a:xfrm>
            <a:custGeom>
              <a:avLst/>
              <a:gdLst/>
              <a:ahLst/>
              <a:cxnLst/>
              <a:rect l="l" t="t" r="r" b="b"/>
              <a:pathLst>
                <a:path w="29708" h="15691" extrusionOk="0">
                  <a:moveTo>
                    <a:pt x="4945" y="0"/>
                  </a:moveTo>
                  <a:lnTo>
                    <a:pt x="4945" y="6109"/>
                  </a:lnTo>
                  <a:lnTo>
                    <a:pt x="0" y="6109"/>
                  </a:lnTo>
                  <a:lnTo>
                    <a:pt x="0" y="11727"/>
                  </a:lnTo>
                  <a:lnTo>
                    <a:pt x="5109" y="11727"/>
                  </a:lnTo>
                  <a:lnTo>
                    <a:pt x="5109" y="15690"/>
                  </a:lnTo>
                  <a:lnTo>
                    <a:pt x="24253" y="15690"/>
                  </a:lnTo>
                  <a:lnTo>
                    <a:pt x="24253" y="13363"/>
                  </a:lnTo>
                  <a:lnTo>
                    <a:pt x="29707" y="13363"/>
                  </a:lnTo>
                  <a:lnTo>
                    <a:pt x="29707" y="10236"/>
                  </a:lnTo>
                  <a:lnTo>
                    <a:pt x="25253" y="10236"/>
                  </a:lnTo>
                  <a:lnTo>
                    <a:pt x="25253" y="7254"/>
                  </a:lnTo>
                  <a:lnTo>
                    <a:pt x="20962" y="7254"/>
                  </a:lnTo>
                  <a:lnTo>
                    <a:pt x="20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9" name="Google Shape;469;p31"/>
          <p:cNvSpPr/>
          <p:nvPr/>
        </p:nvSpPr>
        <p:spPr>
          <a:xfrm>
            <a:off x="7992034" y="892294"/>
            <a:ext cx="691157" cy="365051"/>
          </a:xfrm>
          <a:custGeom>
            <a:avLst/>
            <a:gdLst/>
            <a:ahLst/>
            <a:cxnLst/>
            <a:rect l="l" t="t" r="r" b="b"/>
            <a:pathLst>
              <a:path w="29708" h="15691" extrusionOk="0">
                <a:moveTo>
                  <a:pt x="8745" y="0"/>
                </a:moveTo>
                <a:lnTo>
                  <a:pt x="8745" y="7273"/>
                </a:lnTo>
                <a:lnTo>
                  <a:pt x="4455" y="7273"/>
                </a:lnTo>
                <a:lnTo>
                  <a:pt x="4455" y="10236"/>
                </a:lnTo>
                <a:lnTo>
                  <a:pt x="0" y="10236"/>
                </a:lnTo>
                <a:lnTo>
                  <a:pt x="0" y="13381"/>
                </a:lnTo>
                <a:lnTo>
                  <a:pt x="5455" y="13381"/>
                </a:lnTo>
                <a:lnTo>
                  <a:pt x="5455" y="15690"/>
                </a:lnTo>
                <a:lnTo>
                  <a:pt x="24599" y="15690"/>
                </a:lnTo>
                <a:lnTo>
                  <a:pt x="24599" y="11727"/>
                </a:lnTo>
                <a:lnTo>
                  <a:pt x="29707" y="11727"/>
                </a:lnTo>
                <a:lnTo>
                  <a:pt x="29707" y="6109"/>
                </a:lnTo>
                <a:lnTo>
                  <a:pt x="24762" y="6109"/>
                </a:lnTo>
                <a:lnTo>
                  <a:pt x="247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1"/>
          <p:cNvGrpSpPr/>
          <p:nvPr/>
        </p:nvGrpSpPr>
        <p:grpSpPr>
          <a:xfrm>
            <a:off x="7672375" y="1908201"/>
            <a:ext cx="1300500" cy="2700407"/>
            <a:chOff x="7672375" y="1908201"/>
            <a:chExt cx="1300500" cy="2700407"/>
          </a:xfrm>
        </p:grpSpPr>
        <p:sp>
          <p:nvSpPr>
            <p:cNvPr id="471" name="Google Shape;471;p31"/>
            <p:cNvSpPr/>
            <p:nvPr/>
          </p:nvSpPr>
          <p:spPr>
            <a:xfrm flipH="1">
              <a:off x="8318609" y="1908201"/>
              <a:ext cx="654266" cy="2700228"/>
            </a:xfrm>
            <a:custGeom>
              <a:avLst/>
              <a:gdLst/>
              <a:ahLst/>
              <a:cxnLst/>
              <a:rect l="l" t="t" r="r" b="b"/>
              <a:pathLst>
                <a:path w="31052" h="55194" extrusionOk="0">
                  <a:moveTo>
                    <a:pt x="2608" y="1"/>
                  </a:moveTo>
                  <a:lnTo>
                    <a:pt x="2608" y="3254"/>
                  </a:lnTo>
                  <a:lnTo>
                    <a:pt x="1" y="3254"/>
                  </a:lnTo>
                  <a:lnTo>
                    <a:pt x="1" y="55193"/>
                  </a:lnTo>
                  <a:lnTo>
                    <a:pt x="31052" y="55193"/>
                  </a:lnTo>
                  <a:lnTo>
                    <a:pt x="31052" y="9921"/>
                  </a:lnTo>
                  <a:lnTo>
                    <a:pt x="20056" y="9921"/>
                  </a:lnTo>
                  <a:lnTo>
                    <a:pt x="20056" y="23981"/>
                  </a:lnTo>
                  <a:lnTo>
                    <a:pt x="14841" y="23981"/>
                  </a:lnTo>
                  <a:lnTo>
                    <a:pt x="14841" y="3254"/>
                  </a:lnTo>
                  <a:lnTo>
                    <a:pt x="12233" y="3254"/>
                  </a:lnTo>
                  <a:lnTo>
                    <a:pt x="122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1"/>
            <p:cNvGrpSpPr/>
            <p:nvPr/>
          </p:nvGrpSpPr>
          <p:grpSpPr>
            <a:xfrm>
              <a:off x="7672375" y="2902101"/>
              <a:ext cx="511895" cy="1706507"/>
              <a:chOff x="1743496" y="3658829"/>
              <a:chExt cx="511895" cy="890661"/>
            </a:xfrm>
          </p:grpSpPr>
          <p:sp>
            <p:nvSpPr>
              <p:cNvPr id="473" name="Google Shape;473;p31"/>
              <p:cNvSpPr/>
              <p:nvPr/>
            </p:nvSpPr>
            <p:spPr>
              <a:xfrm>
                <a:off x="2039249" y="3884337"/>
                <a:ext cx="216142" cy="665153"/>
              </a:xfrm>
              <a:custGeom>
                <a:avLst/>
                <a:gdLst/>
                <a:ahLst/>
                <a:cxnLst/>
                <a:rect l="l" t="t" r="r" b="b"/>
                <a:pathLst>
                  <a:path w="5012" h="16122" extrusionOk="0">
                    <a:moveTo>
                      <a:pt x="0" y="0"/>
                    </a:moveTo>
                    <a:lnTo>
                      <a:pt x="0" y="16121"/>
                    </a:lnTo>
                    <a:lnTo>
                      <a:pt x="5011" y="16121"/>
                    </a:lnTo>
                    <a:lnTo>
                      <a:pt x="50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1"/>
              <p:cNvSpPr/>
              <p:nvPr/>
            </p:nvSpPr>
            <p:spPr>
              <a:xfrm>
                <a:off x="1743496" y="3658829"/>
                <a:ext cx="216099" cy="889635"/>
              </a:xfrm>
              <a:custGeom>
                <a:avLst/>
                <a:gdLst/>
                <a:ahLst/>
                <a:cxnLst/>
                <a:rect l="l" t="t" r="r" b="b"/>
                <a:pathLst>
                  <a:path w="5011" h="21563" extrusionOk="0">
                    <a:moveTo>
                      <a:pt x="0" y="0"/>
                    </a:moveTo>
                    <a:lnTo>
                      <a:pt x="0" y="21562"/>
                    </a:lnTo>
                    <a:lnTo>
                      <a:pt x="5011" y="21562"/>
                    </a:lnTo>
                    <a:lnTo>
                      <a:pt x="50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5" name="Google Shape;475;p31"/>
          <p:cNvGrpSpPr/>
          <p:nvPr/>
        </p:nvGrpSpPr>
        <p:grpSpPr>
          <a:xfrm>
            <a:off x="959712" y="3677625"/>
            <a:ext cx="511894" cy="930982"/>
            <a:chOff x="1743500" y="3682329"/>
            <a:chExt cx="511894" cy="930982"/>
          </a:xfrm>
        </p:grpSpPr>
        <p:sp>
          <p:nvSpPr>
            <p:cNvPr id="476" name="Google Shape;476;p31"/>
            <p:cNvSpPr/>
            <p:nvPr/>
          </p:nvSpPr>
          <p:spPr>
            <a:xfrm>
              <a:off x="2039251" y="3918050"/>
              <a:ext cx="216142" cy="695261"/>
            </a:xfrm>
            <a:custGeom>
              <a:avLst/>
              <a:gdLst/>
              <a:ahLst/>
              <a:cxnLst/>
              <a:rect l="l" t="t" r="r" b="b"/>
              <a:pathLst>
                <a:path w="5012" h="16122" extrusionOk="0">
                  <a:moveTo>
                    <a:pt x="0" y="0"/>
                  </a:moveTo>
                  <a:lnTo>
                    <a:pt x="0" y="16121"/>
                  </a:lnTo>
                  <a:lnTo>
                    <a:pt x="5011" y="16121"/>
                  </a:lnTo>
                  <a:lnTo>
                    <a:pt x="50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1743500" y="3682329"/>
              <a:ext cx="216099" cy="929904"/>
            </a:xfrm>
            <a:custGeom>
              <a:avLst/>
              <a:gdLst/>
              <a:ahLst/>
              <a:cxnLst/>
              <a:rect l="l" t="t" r="r" b="b"/>
              <a:pathLst>
                <a:path w="5011" h="21563" extrusionOk="0">
                  <a:moveTo>
                    <a:pt x="0" y="0"/>
                  </a:moveTo>
                  <a:lnTo>
                    <a:pt x="0" y="21562"/>
                  </a:lnTo>
                  <a:lnTo>
                    <a:pt x="5011" y="21562"/>
                  </a:lnTo>
                  <a:lnTo>
                    <a:pt x="50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31"/>
          <p:cNvGrpSpPr/>
          <p:nvPr/>
        </p:nvGrpSpPr>
        <p:grpSpPr>
          <a:xfrm flipH="1">
            <a:off x="1793794" y="3011412"/>
            <a:ext cx="654250" cy="1029225"/>
            <a:chOff x="1118800" y="2515275"/>
            <a:chExt cx="654250" cy="1029225"/>
          </a:xfrm>
        </p:grpSpPr>
        <p:sp>
          <p:nvSpPr>
            <p:cNvPr id="479" name="Google Shape;479;p31"/>
            <p:cNvSpPr/>
            <p:nvPr/>
          </p:nvSpPr>
          <p:spPr>
            <a:xfrm>
              <a:off x="1118800" y="2985225"/>
              <a:ext cx="109800" cy="45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1227700" y="2876625"/>
              <a:ext cx="109800" cy="6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1336575" y="2729700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1"/>
            <p:cNvSpPr/>
            <p:nvPr/>
          </p:nvSpPr>
          <p:spPr>
            <a:xfrm>
              <a:off x="1445475" y="2515275"/>
              <a:ext cx="109800" cy="102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1"/>
            <p:cNvSpPr/>
            <p:nvPr/>
          </p:nvSpPr>
          <p:spPr>
            <a:xfrm>
              <a:off x="1554375" y="2621025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1663250" y="2729700"/>
              <a:ext cx="109800" cy="45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1227700" y="2985225"/>
              <a:ext cx="109800" cy="45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1336575" y="2876700"/>
              <a:ext cx="109800" cy="6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1445475" y="2729475"/>
              <a:ext cx="109800" cy="7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1554375" y="2729475"/>
              <a:ext cx="109800" cy="55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1227700" y="3288667"/>
              <a:ext cx="109800" cy="14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1336575" y="2985425"/>
              <a:ext cx="109800" cy="45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1445475" y="2729597"/>
              <a:ext cx="109800" cy="559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31"/>
          <p:cNvGrpSpPr/>
          <p:nvPr/>
        </p:nvGrpSpPr>
        <p:grpSpPr>
          <a:xfrm flipH="1">
            <a:off x="6695956" y="1106475"/>
            <a:ext cx="654244" cy="1029225"/>
            <a:chOff x="1118806" y="2515275"/>
            <a:chExt cx="654244" cy="1029225"/>
          </a:xfrm>
        </p:grpSpPr>
        <p:sp>
          <p:nvSpPr>
            <p:cNvPr id="493" name="Google Shape;493;p31"/>
            <p:cNvSpPr/>
            <p:nvPr/>
          </p:nvSpPr>
          <p:spPr>
            <a:xfrm>
              <a:off x="1118806" y="2985217"/>
              <a:ext cx="109800" cy="30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1227706" y="2876615"/>
              <a:ext cx="109800" cy="55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1336575" y="2729700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1445475" y="2515275"/>
              <a:ext cx="109800" cy="102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1"/>
            <p:cNvSpPr/>
            <p:nvPr/>
          </p:nvSpPr>
          <p:spPr>
            <a:xfrm>
              <a:off x="1554375" y="2621025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1663250" y="2729700"/>
              <a:ext cx="109800" cy="45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1227700" y="2985225"/>
              <a:ext cx="109800" cy="45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1336575" y="2876700"/>
              <a:ext cx="109800" cy="6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1445475" y="2729475"/>
              <a:ext cx="109800" cy="7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1554375" y="2729475"/>
              <a:ext cx="109800" cy="55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1227706" y="3120236"/>
              <a:ext cx="109800" cy="16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1336575" y="2985425"/>
              <a:ext cx="109800" cy="45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1445481" y="2729588"/>
              <a:ext cx="109800" cy="559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6" name="Google Shape;506;p31"/>
          <p:cNvSpPr/>
          <p:nvPr/>
        </p:nvSpPr>
        <p:spPr>
          <a:xfrm>
            <a:off x="2240700" y="1116450"/>
            <a:ext cx="4662600" cy="29106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1"/>
          <p:cNvSpPr txBox="1">
            <a:spLocks noGrp="1"/>
          </p:cNvSpPr>
          <p:nvPr>
            <p:ph type="ctrTitle"/>
          </p:nvPr>
        </p:nvSpPr>
        <p:spPr>
          <a:xfrm>
            <a:off x="2677103" y="1263788"/>
            <a:ext cx="3784800" cy="16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18275" rIns="1280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AGENTES RACIONAIS</a:t>
            </a:r>
            <a:endParaRPr dirty="0"/>
          </a:p>
        </p:txBody>
      </p:sp>
      <p:sp>
        <p:nvSpPr>
          <p:cNvPr id="508" name="Google Shape;508;p31"/>
          <p:cNvSpPr txBox="1">
            <a:spLocks noGrp="1"/>
          </p:cNvSpPr>
          <p:nvPr>
            <p:ph type="subTitle" idx="1"/>
          </p:nvPr>
        </p:nvSpPr>
        <p:spPr>
          <a:xfrm>
            <a:off x="2264546" y="3044985"/>
            <a:ext cx="4612843" cy="75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 à Inteligência Artificial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2025/2026</a:t>
            </a:r>
            <a:endParaRPr dirty="0"/>
          </a:p>
        </p:txBody>
      </p:sp>
      <p:grpSp>
        <p:nvGrpSpPr>
          <p:cNvPr id="509" name="Google Shape;509;p31"/>
          <p:cNvGrpSpPr/>
          <p:nvPr/>
        </p:nvGrpSpPr>
        <p:grpSpPr>
          <a:xfrm>
            <a:off x="3123" y="2449084"/>
            <a:ext cx="1282821" cy="2281606"/>
            <a:chOff x="149686" y="2481531"/>
            <a:chExt cx="1282821" cy="2281606"/>
          </a:xfrm>
        </p:grpSpPr>
        <p:grpSp>
          <p:nvGrpSpPr>
            <p:cNvPr id="510" name="Google Shape;510;p31"/>
            <p:cNvGrpSpPr/>
            <p:nvPr/>
          </p:nvGrpSpPr>
          <p:grpSpPr>
            <a:xfrm>
              <a:off x="778257" y="2481531"/>
              <a:ext cx="654250" cy="1029225"/>
              <a:chOff x="1118800" y="2515275"/>
              <a:chExt cx="654250" cy="1029225"/>
            </a:xfrm>
          </p:grpSpPr>
          <p:sp>
            <p:nvSpPr>
              <p:cNvPr id="511" name="Google Shape;511;p31"/>
              <p:cNvSpPr/>
              <p:nvPr/>
            </p:nvSpPr>
            <p:spPr>
              <a:xfrm>
                <a:off x="1118800" y="2985225"/>
                <a:ext cx="109800" cy="45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1"/>
              <p:cNvSpPr/>
              <p:nvPr/>
            </p:nvSpPr>
            <p:spPr>
              <a:xfrm>
                <a:off x="1227700" y="2876625"/>
                <a:ext cx="109800" cy="667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1"/>
              <p:cNvSpPr/>
              <p:nvPr/>
            </p:nvSpPr>
            <p:spPr>
              <a:xfrm>
                <a:off x="1336575" y="2729700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1"/>
              <p:cNvSpPr/>
              <p:nvPr/>
            </p:nvSpPr>
            <p:spPr>
              <a:xfrm>
                <a:off x="1445468" y="2515275"/>
                <a:ext cx="109800" cy="773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1"/>
              <p:cNvSpPr/>
              <p:nvPr/>
            </p:nvSpPr>
            <p:spPr>
              <a:xfrm>
                <a:off x="1554375" y="2621025"/>
                <a:ext cx="109800" cy="81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1"/>
              <p:cNvSpPr/>
              <p:nvPr/>
            </p:nvSpPr>
            <p:spPr>
              <a:xfrm>
                <a:off x="1663250" y="2729700"/>
                <a:ext cx="109800" cy="45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1"/>
              <p:cNvSpPr/>
              <p:nvPr/>
            </p:nvSpPr>
            <p:spPr>
              <a:xfrm>
                <a:off x="1227700" y="2985225"/>
                <a:ext cx="109800" cy="450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1"/>
              <p:cNvSpPr/>
              <p:nvPr/>
            </p:nvSpPr>
            <p:spPr>
              <a:xfrm>
                <a:off x="1336575" y="2876700"/>
                <a:ext cx="109800" cy="667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1"/>
              <p:cNvSpPr/>
              <p:nvPr/>
            </p:nvSpPr>
            <p:spPr>
              <a:xfrm>
                <a:off x="1445475" y="2729475"/>
                <a:ext cx="109800" cy="70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1"/>
              <p:cNvSpPr/>
              <p:nvPr/>
            </p:nvSpPr>
            <p:spPr>
              <a:xfrm>
                <a:off x="1554368" y="2729468"/>
                <a:ext cx="109800" cy="70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1"/>
              <p:cNvSpPr/>
              <p:nvPr/>
            </p:nvSpPr>
            <p:spPr>
              <a:xfrm>
                <a:off x="1227700" y="3288667"/>
                <a:ext cx="109800" cy="147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1"/>
              <p:cNvSpPr/>
              <p:nvPr/>
            </p:nvSpPr>
            <p:spPr>
              <a:xfrm>
                <a:off x="1336575" y="2985425"/>
                <a:ext cx="109800" cy="450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1"/>
              <p:cNvSpPr/>
              <p:nvPr/>
            </p:nvSpPr>
            <p:spPr>
              <a:xfrm>
                <a:off x="1445475" y="2729597"/>
                <a:ext cx="109800" cy="559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4" name="Google Shape;524;p31"/>
            <p:cNvSpPr/>
            <p:nvPr/>
          </p:nvSpPr>
          <p:spPr>
            <a:xfrm>
              <a:off x="149686" y="2945935"/>
              <a:ext cx="1064153" cy="1817201"/>
            </a:xfrm>
            <a:custGeom>
              <a:avLst/>
              <a:gdLst/>
              <a:ahLst/>
              <a:cxnLst/>
              <a:rect l="l" t="t" r="r" b="b"/>
              <a:pathLst>
                <a:path w="24676" h="42138" extrusionOk="0">
                  <a:moveTo>
                    <a:pt x="1" y="0"/>
                  </a:moveTo>
                  <a:lnTo>
                    <a:pt x="1" y="42137"/>
                  </a:lnTo>
                  <a:lnTo>
                    <a:pt x="24676" y="42137"/>
                  </a:lnTo>
                  <a:lnTo>
                    <a:pt x="2467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266468" y="3046330"/>
              <a:ext cx="830588" cy="284884"/>
            </a:xfrm>
            <a:custGeom>
              <a:avLst/>
              <a:gdLst/>
              <a:ahLst/>
              <a:cxnLst/>
              <a:rect l="l" t="t" r="r" b="b"/>
              <a:pathLst>
                <a:path w="19260" h="6606" extrusionOk="0">
                  <a:moveTo>
                    <a:pt x="1" y="0"/>
                  </a:moveTo>
                  <a:lnTo>
                    <a:pt x="1" y="6606"/>
                  </a:lnTo>
                  <a:lnTo>
                    <a:pt x="19260" y="6606"/>
                  </a:lnTo>
                  <a:lnTo>
                    <a:pt x="192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266468" y="3462141"/>
              <a:ext cx="830588" cy="284927"/>
            </a:xfrm>
            <a:custGeom>
              <a:avLst/>
              <a:gdLst/>
              <a:ahLst/>
              <a:cxnLst/>
              <a:rect l="l" t="t" r="r" b="b"/>
              <a:pathLst>
                <a:path w="19260" h="6607" extrusionOk="0">
                  <a:moveTo>
                    <a:pt x="1" y="1"/>
                  </a:moveTo>
                  <a:lnTo>
                    <a:pt x="1" y="6606"/>
                  </a:lnTo>
                  <a:lnTo>
                    <a:pt x="19260" y="6606"/>
                  </a:lnTo>
                  <a:lnTo>
                    <a:pt x="192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266468" y="3876875"/>
              <a:ext cx="830588" cy="286005"/>
            </a:xfrm>
            <a:custGeom>
              <a:avLst/>
              <a:gdLst/>
              <a:ahLst/>
              <a:cxnLst/>
              <a:rect l="l" t="t" r="r" b="b"/>
              <a:pathLst>
                <a:path w="19260" h="6632" extrusionOk="0">
                  <a:moveTo>
                    <a:pt x="1" y="1"/>
                  </a:moveTo>
                  <a:lnTo>
                    <a:pt x="1" y="6631"/>
                  </a:lnTo>
                  <a:lnTo>
                    <a:pt x="19260" y="6631"/>
                  </a:lnTo>
                  <a:lnTo>
                    <a:pt x="192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266468" y="4292686"/>
              <a:ext cx="830588" cy="284927"/>
            </a:xfrm>
            <a:custGeom>
              <a:avLst/>
              <a:gdLst/>
              <a:ahLst/>
              <a:cxnLst/>
              <a:rect l="l" t="t" r="r" b="b"/>
              <a:pathLst>
                <a:path w="19260" h="6607" extrusionOk="0">
                  <a:moveTo>
                    <a:pt x="1" y="1"/>
                  </a:moveTo>
                  <a:lnTo>
                    <a:pt x="1" y="6606"/>
                  </a:lnTo>
                  <a:lnTo>
                    <a:pt x="19260" y="6606"/>
                  </a:lnTo>
                  <a:lnTo>
                    <a:pt x="192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9" name="Google Shape;529;p31"/>
            <p:cNvGrpSpPr/>
            <p:nvPr/>
          </p:nvGrpSpPr>
          <p:grpSpPr>
            <a:xfrm>
              <a:off x="660581" y="3801380"/>
              <a:ext cx="436475" cy="361500"/>
              <a:chOff x="2796375" y="2742850"/>
              <a:chExt cx="436475" cy="361500"/>
            </a:xfrm>
          </p:grpSpPr>
          <p:sp>
            <p:nvSpPr>
              <p:cNvPr id="530" name="Google Shape;530;p31"/>
              <p:cNvSpPr/>
              <p:nvPr/>
            </p:nvSpPr>
            <p:spPr>
              <a:xfrm>
                <a:off x="2905275" y="2742850"/>
                <a:ext cx="109800" cy="361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1"/>
              <p:cNvSpPr/>
              <p:nvPr/>
            </p:nvSpPr>
            <p:spPr>
              <a:xfrm>
                <a:off x="2796375" y="2957050"/>
                <a:ext cx="109800" cy="147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1"/>
              <p:cNvSpPr/>
              <p:nvPr/>
            </p:nvSpPr>
            <p:spPr>
              <a:xfrm>
                <a:off x="3014175" y="2848750"/>
                <a:ext cx="109800" cy="25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1"/>
              <p:cNvSpPr/>
              <p:nvPr/>
            </p:nvSpPr>
            <p:spPr>
              <a:xfrm>
                <a:off x="3123050" y="2957050"/>
                <a:ext cx="109800" cy="147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1"/>
              <p:cNvSpPr/>
              <p:nvPr/>
            </p:nvSpPr>
            <p:spPr>
              <a:xfrm>
                <a:off x="3014175" y="2957050"/>
                <a:ext cx="109800" cy="147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1"/>
              <p:cNvSpPr/>
              <p:nvPr/>
            </p:nvSpPr>
            <p:spPr>
              <a:xfrm>
                <a:off x="2905275" y="2848750"/>
                <a:ext cx="109800" cy="25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6" name="Google Shape;536;p31"/>
          <p:cNvGrpSpPr/>
          <p:nvPr/>
        </p:nvGrpSpPr>
        <p:grpSpPr>
          <a:xfrm>
            <a:off x="6533538" y="3525824"/>
            <a:ext cx="2613254" cy="1204886"/>
            <a:chOff x="722368" y="537159"/>
            <a:chExt cx="8825580" cy="4069186"/>
          </a:xfrm>
        </p:grpSpPr>
        <p:grpSp>
          <p:nvGrpSpPr>
            <p:cNvPr id="537" name="Google Shape;537;p31"/>
            <p:cNvGrpSpPr/>
            <p:nvPr/>
          </p:nvGrpSpPr>
          <p:grpSpPr>
            <a:xfrm>
              <a:off x="722368" y="537159"/>
              <a:ext cx="8825580" cy="3497500"/>
              <a:chOff x="722368" y="537159"/>
              <a:chExt cx="8825580" cy="3497500"/>
            </a:xfrm>
          </p:grpSpPr>
          <p:sp>
            <p:nvSpPr>
              <p:cNvPr id="538" name="Google Shape;538;p31"/>
              <p:cNvSpPr/>
              <p:nvPr/>
            </p:nvSpPr>
            <p:spPr>
              <a:xfrm>
                <a:off x="2204323" y="2479475"/>
                <a:ext cx="7343625" cy="1555183"/>
              </a:xfrm>
              <a:custGeom>
                <a:avLst/>
                <a:gdLst/>
                <a:ahLst/>
                <a:cxnLst/>
                <a:rect l="l" t="t" r="r" b="b"/>
                <a:pathLst>
                  <a:path w="74379" h="15503" extrusionOk="0">
                    <a:moveTo>
                      <a:pt x="47387" y="1"/>
                    </a:moveTo>
                    <a:lnTo>
                      <a:pt x="47387" y="9150"/>
                    </a:lnTo>
                    <a:lnTo>
                      <a:pt x="0" y="9150"/>
                    </a:lnTo>
                    <a:lnTo>
                      <a:pt x="0" y="15503"/>
                    </a:lnTo>
                    <a:lnTo>
                      <a:pt x="74379" y="15503"/>
                    </a:lnTo>
                    <a:lnTo>
                      <a:pt x="743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1"/>
              <p:cNvSpPr/>
              <p:nvPr/>
            </p:nvSpPr>
            <p:spPr>
              <a:xfrm>
                <a:off x="935836" y="656147"/>
                <a:ext cx="97707" cy="39955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3983" extrusionOk="0">
                    <a:moveTo>
                      <a:pt x="1" y="0"/>
                    </a:moveTo>
                    <a:lnTo>
                      <a:pt x="1" y="3982"/>
                    </a:lnTo>
                    <a:lnTo>
                      <a:pt x="973" y="3982"/>
                    </a:lnTo>
                    <a:lnTo>
                      <a:pt x="97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1"/>
              <p:cNvSpPr/>
              <p:nvPr/>
            </p:nvSpPr>
            <p:spPr>
              <a:xfrm>
                <a:off x="1442022" y="656147"/>
                <a:ext cx="94597" cy="399555"/>
              </a:xfrm>
              <a:custGeom>
                <a:avLst/>
                <a:gdLst/>
                <a:ahLst/>
                <a:cxnLst/>
                <a:rect l="l" t="t" r="r" b="b"/>
                <a:pathLst>
                  <a:path w="943" h="3983" extrusionOk="0">
                    <a:moveTo>
                      <a:pt x="0" y="0"/>
                    </a:moveTo>
                    <a:lnTo>
                      <a:pt x="0" y="3982"/>
                    </a:lnTo>
                    <a:lnTo>
                      <a:pt x="943" y="3982"/>
                    </a:lnTo>
                    <a:lnTo>
                      <a:pt x="9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1"/>
              <p:cNvSpPr/>
              <p:nvPr/>
            </p:nvSpPr>
            <p:spPr>
              <a:xfrm>
                <a:off x="813859" y="537159"/>
                <a:ext cx="841800" cy="323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1"/>
              <p:cNvSpPr/>
              <p:nvPr/>
            </p:nvSpPr>
            <p:spPr>
              <a:xfrm>
                <a:off x="853478" y="2714293"/>
                <a:ext cx="2363221" cy="1320346"/>
              </a:xfrm>
              <a:custGeom>
                <a:avLst/>
                <a:gdLst/>
                <a:ahLst/>
                <a:cxnLst/>
                <a:rect l="l" t="t" r="r" b="b"/>
                <a:pathLst>
                  <a:path w="23558" h="13162" extrusionOk="0">
                    <a:moveTo>
                      <a:pt x="1" y="0"/>
                    </a:moveTo>
                    <a:lnTo>
                      <a:pt x="1" y="13162"/>
                    </a:lnTo>
                    <a:lnTo>
                      <a:pt x="23558" y="13162"/>
                    </a:lnTo>
                    <a:lnTo>
                      <a:pt x="235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1"/>
              <p:cNvSpPr/>
              <p:nvPr/>
            </p:nvSpPr>
            <p:spPr>
              <a:xfrm>
                <a:off x="722371" y="960997"/>
                <a:ext cx="2503200" cy="275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1"/>
              <p:cNvSpPr/>
              <p:nvPr/>
            </p:nvSpPr>
            <p:spPr>
              <a:xfrm>
                <a:off x="813854" y="762882"/>
                <a:ext cx="841743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391" h="973" extrusionOk="0">
                    <a:moveTo>
                      <a:pt x="1" y="0"/>
                    </a:moveTo>
                    <a:lnTo>
                      <a:pt x="1" y="973"/>
                    </a:lnTo>
                    <a:lnTo>
                      <a:pt x="8390" y="973"/>
                    </a:lnTo>
                    <a:lnTo>
                      <a:pt x="83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1"/>
              <p:cNvSpPr/>
              <p:nvPr/>
            </p:nvSpPr>
            <p:spPr>
              <a:xfrm>
                <a:off x="1743867" y="1235462"/>
                <a:ext cx="1231969" cy="1359970"/>
              </a:xfrm>
              <a:custGeom>
                <a:avLst/>
                <a:gdLst/>
                <a:ahLst/>
                <a:cxnLst/>
                <a:rect l="l" t="t" r="r" b="b"/>
                <a:pathLst>
                  <a:path w="12281" h="13557" extrusionOk="0">
                    <a:moveTo>
                      <a:pt x="1" y="0"/>
                    </a:moveTo>
                    <a:lnTo>
                      <a:pt x="1" y="13557"/>
                    </a:lnTo>
                    <a:lnTo>
                      <a:pt x="12280" y="13557"/>
                    </a:lnTo>
                    <a:lnTo>
                      <a:pt x="122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46" name="Google Shape;546;p31"/>
              <p:cNvGrpSpPr/>
              <p:nvPr/>
            </p:nvGrpSpPr>
            <p:grpSpPr>
              <a:xfrm>
                <a:off x="1541034" y="2810125"/>
                <a:ext cx="1684536" cy="272400"/>
                <a:chOff x="5446150" y="403300"/>
                <a:chExt cx="1684536" cy="272400"/>
              </a:xfrm>
            </p:grpSpPr>
            <p:sp>
              <p:nvSpPr>
                <p:cNvPr id="547" name="Google Shape;547;p31"/>
                <p:cNvSpPr/>
                <p:nvPr/>
              </p:nvSpPr>
              <p:spPr>
                <a:xfrm>
                  <a:off x="5446150" y="403300"/>
                  <a:ext cx="342600" cy="272400"/>
                </a:xfrm>
                <a:prstGeom prst="parallelogram">
                  <a:avLst>
                    <a:gd name="adj" fmla="val 533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31"/>
                <p:cNvSpPr/>
                <p:nvPr/>
              </p:nvSpPr>
              <p:spPr>
                <a:xfrm>
                  <a:off x="5864329" y="403300"/>
                  <a:ext cx="342600" cy="272400"/>
                </a:xfrm>
                <a:prstGeom prst="parallelogram">
                  <a:avLst>
                    <a:gd name="adj" fmla="val 533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9" name="Google Shape;549;p31"/>
                <p:cNvSpPr/>
                <p:nvPr/>
              </p:nvSpPr>
              <p:spPr>
                <a:xfrm>
                  <a:off x="6282509" y="403300"/>
                  <a:ext cx="342600" cy="272400"/>
                </a:xfrm>
                <a:prstGeom prst="parallelogram">
                  <a:avLst>
                    <a:gd name="adj" fmla="val 533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550;p31"/>
                <p:cNvSpPr/>
                <p:nvPr/>
              </p:nvSpPr>
              <p:spPr>
                <a:xfrm>
                  <a:off x="6700689" y="403300"/>
                  <a:ext cx="342600" cy="272400"/>
                </a:xfrm>
                <a:prstGeom prst="parallelogram">
                  <a:avLst>
                    <a:gd name="adj" fmla="val 533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31"/>
                <p:cNvSpPr/>
                <p:nvPr/>
              </p:nvSpPr>
              <p:spPr>
                <a:xfrm>
                  <a:off x="6872386" y="403300"/>
                  <a:ext cx="258300" cy="272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52" name="Google Shape;552;p31"/>
              <p:cNvSpPr/>
              <p:nvPr/>
            </p:nvSpPr>
            <p:spPr>
              <a:xfrm>
                <a:off x="722368" y="1235462"/>
                <a:ext cx="899625" cy="2021648"/>
              </a:xfrm>
              <a:custGeom>
                <a:avLst/>
                <a:gdLst/>
                <a:ahLst/>
                <a:cxnLst/>
                <a:rect l="l" t="t" r="r" b="b"/>
                <a:pathLst>
                  <a:path w="8968" h="20153" extrusionOk="0">
                    <a:moveTo>
                      <a:pt x="1" y="0"/>
                    </a:moveTo>
                    <a:lnTo>
                      <a:pt x="1" y="20153"/>
                    </a:lnTo>
                    <a:lnTo>
                      <a:pt x="8968" y="20153"/>
                    </a:lnTo>
                    <a:lnTo>
                      <a:pt x="89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3" name="Google Shape;553;p31"/>
            <p:cNvSpPr/>
            <p:nvPr/>
          </p:nvSpPr>
          <p:spPr>
            <a:xfrm>
              <a:off x="3411738" y="966728"/>
              <a:ext cx="6136200" cy="284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554;p31"/>
            <p:cNvGrpSpPr/>
            <p:nvPr/>
          </p:nvGrpSpPr>
          <p:grpSpPr>
            <a:xfrm>
              <a:off x="7511061" y="3377005"/>
              <a:ext cx="1231964" cy="1229339"/>
              <a:chOff x="3326300" y="219775"/>
              <a:chExt cx="704100" cy="702600"/>
            </a:xfrm>
          </p:grpSpPr>
          <p:sp>
            <p:nvSpPr>
              <p:cNvPr id="555" name="Google Shape;555;p31"/>
              <p:cNvSpPr/>
              <p:nvPr/>
            </p:nvSpPr>
            <p:spPr>
              <a:xfrm>
                <a:off x="3407750" y="219775"/>
                <a:ext cx="541200" cy="702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1"/>
              <p:cNvSpPr/>
              <p:nvPr/>
            </p:nvSpPr>
            <p:spPr>
              <a:xfrm>
                <a:off x="3326300" y="301375"/>
                <a:ext cx="704100" cy="53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1"/>
              <p:cNvSpPr/>
              <p:nvPr/>
            </p:nvSpPr>
            <p:spPr>
              <a:xfrm>
                <a:off x="3486950" y="379675"/>
                <a:ext cx="382800" cy="382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8" name="Google Shape;558;p31"/>
            <p:cNvGrpSpPr/>
            <p:nvPr/>
          </p:nvGrpSpPr>
          <p:grpSpPr>
            <a:xfrm>
              <a:off x="2362660" y="3377005"/>
              <a:ext cx="1231964" cy="1229339"/>
              <a:chOff x="3326300" y="219775"/>
              <a:chExt cx="704100" cy="702600"/>
            </a:xfrm>
          </p:grpSpPr>
          <p:sp>
            <p:nvSpPr>
              <p:cNvPr id="559" name="Google Shape;559;p31"/>
              <p:cNvSpPr/>
              <p:nvPr/>
            </p:nvSpPr>
            <p:spPr>
              <a:xfrm>
                <a:off x="3407750" y="219775"/>
                <a:ext cx="541200" cy="702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1"/>
              <p:cNvSpPr/>
              <p:nvPr/>
            </p:nvSpPr>
            <p:spPr>
              <a:xfrm>
                <a:off x="3326300" y="301375"/>
                <a:ext cx="704100" cy="53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1"/>
              <p:cNvSpPr/>
              <p:nvPr/>
            </p:nvSpPr>
            <p:spPr>
              <a:xfrm>
                <a:off x="3486950" y="379675"/>
                <a:ext cx="382800" cy="382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ABFDDC-D71F-4E2E-BB7A-08E1B68A9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051" y="3529585"/>
            <a:ext cx="1473280" cy="1104960"/>
          </a:xfrm>
          <a:prstGeom prst="rect">
            <a:avLst/>
          </a:prstGeom>
          <a:noFill/>
          <a:effectLst>
            <a:glow rad="127000">
              <a:schemeClr val="accent1"/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"/>
          <p:cNvSpPr txBox="1">
            <a:spLocks noGrp="1"/>
          </p:cNvSpPr>
          <p:nvPr>
            <p:ph type="title"/>
          </p:nvPr>
        </p:nvSpPr>
        <p:spPr>
          <a:xfrm>
            <a:off x="676656" y="548640"/>
            <a:ext cx="7790700" cy="557700"/>
          </a:xfrm>
          <a:prstGeom prst="rect">
            <a:avLst/>
          </a:prstGeom>
        </p:spPr>
        <p:txBody>
          <a:bodyPr spcFirstLastPara="1" wrap="square" lIns="128000" tIns="18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 &amp; DESCRIÇÃO</a:t>
            </a:r>
            <a:endParaRPr dirty="0"/>
          </a:p>
        </p:txBody>
      </p:sp>
      <p:sp>
        <p:nvSpPr>
          <p:cNvPr id="567" name="Google Shape;567;p32"/>
          <p:cNvSpPr txBox="1">
            <a:spLocks noGrp="1"/>
          </p:cNvSpPr>
          <p:nvPr>
            <p:ph type="body" idx="1"/>
          </p:nvPr>
        </p:nvSpPr>
        <p:spPr>
          <a:xfrm>
            <a:off x="720000" y="1302763"/>
            <a:ext cx="7704000" cy="32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2400" indent="0">
              <a:buNone/>
            </a:pPr>
            <a:r>
              <a:rPr lang="pt-PT" sz="1400" b="1" dirty="0"/>
              <a:t>Objetivo do Trabalho</a:t>
            </a:r>
            <a:endParaRPr lang="pt-P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/>
              <a:t>Introduzir conceitos de </a:t>
            </a:r>
            <a:r>
              <a:rPr lang="pt-PT" sz="1400" b="1" dirty="0"/>
              <a:t>Inteligência Artificial</a:t>
            </a:r>
            <a:r>
              <a:rPr lang="pt-PT" sz="1400" dirty="0"/>
              <a:t> e </a:t>
            </a:r>
            <a:r>
              <a:rPr lang="pt-PT" sz="1400" b="1" dirty="0"/>
              <a:t>modelação multiagente</a:t>
            </a:r>
            <a:r>
              <a:rPr lang="pt-P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/>
              <a:t>Explorar o comportamento de </a:t>
            </a:r>
            <a:r>
              <a:rPr lang="pt-PT" sz="1400" b="1" dirty="0"/>
              <a:t>agentes racionais</a:t>
            </a:r>
            <a:r>
              <a:rPr lang="pt-PT" sz="1400" dirty="0"/>
              <a:t> num cenário de resgate.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/>
              <a:t>Criar e comparar dois modelos (Base e Melhorado) no </a:t>
            </a:r>
            <a:r>
              <a:rPr lang="pt-PT" sz="1400" b="1" dirty="0"/>
              <a:t>NetLogo</a:t>
            </a:r>
            <a:r>
              <a:rPr lang="pt-P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/>
              <a:t>Analisar o impacto de diferentes variáveis (obstáculos, oxigénio, fumo e nº de bombeiros) no desempenho do sistema.</a:t>
            </a:r>
          </a:p>
          <a:p>
            <a:pPr marL="152400" indent="0">
              <a:buNone/>
            </a:pPr>
            <a:endParaRPr lang="pt-PT" sz="1400" dirty="0"/>
          </a:p>
          <a:p>
            <a:pPr marL="152400" indent="0">
              <a:buNone/>
            </a:pPr>
            <a:r>
              <a:rPr lang="pt-PT" sz="1400" b="1" dirty="0"/>
              <a:t>Descrição do Problema</a:t>
            </a:r>
            <a:endParaRPr lang="pt-P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/>
              <a:t>Simulação de um </a:t>
            </a:r>
            <a:r>
              <a:rPr lang="pt-PT" sz="1400" b="1" dirty="0"/>
              <a:t>edifício em colapso</a:t>
            </a:r>
            <a:r>
              <a:rPr lang="pt-PT" sz="1400" dirty="0"/>
              <a:t>, com bombeiros e vítimas.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/>
              <a:t>Os </a:t>
            </a:r>
            <a:r>
              <a:rPr lang="pt-PT" sz="1400" b="1" dirty="0"/>
              <a:t>bombeiros</a:t>
            </a:r>
            <a:r>
              <a:rPr lang="pt-PT" sz="1400" dirty="0"/>
              <a:t> possuem energia limitada e devem resgatar vítimas para uma </a:t>
            </a:r>
            <a:r>
              <a:rPr lang="pt-PT" sz="1400" b="1" dirty="0"/>
              <a:t>zona segura</a:t>
            </a:r>
            <a:r>
              <a:rPr lang="pt-P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/>
              <a:t>O ambiente contém </a:t>
            </a:r>
            <a:r>
              <a:rPr lang="pt-PT" sz="1400" b="1" dirty="0"/>
              <a:t>obstáculos, fumo e tanques de oxigénio</a:t>
            </a:r>
            <a:r>
              <a:rPr lang="pt-P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/>
              <a:t>O desempenho é medido por: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/>
              <a:t>Nº de </a:t>
            </a:r>
            <a:r>
              <a:rPr lang="pt-PT" sz="1400" b="1" dirty="0"/>
              <a:t>vítimas salvas</a:t>
            </a:r>
            <a:endParaRPr lang="pt-P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/>
              <a:t>Nº de </a:t>
            </a:r>
            <a:r>
              <a:rPr lang="pt-PT" sz="1400" b="1" dirty="0"/>
              <a:t>bombeiros sobreviventes</a:t>
            </a:r>
            <a:endParaRPr lang="pt-P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400" dirty="0"/>
              <a:t>Nº de </a:t>
            </a:r>
            <a:r>
              <a:rPr lang="pt-PT" sz="1400" b="1" dirty="0"/>
              <a:t>ticks</a:t>
            </a:r>
            <a:r>
              <a:rPr lang="pt-PT" sz="1400" dirty="0"/>
              <a:t> (tempo total da simulação)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6" name="Google Shape;836;p38"/>
          <p:cNvGraphicFramePr/>
          <p:nvPr>
            <p:extLst>
              <p:ext uri="{D42A27DB-BD31-4B8C-83A1-F6EECF244321}">
                <p14:modId xmlns:p14="http://schemas.microsoft.com/office/powerpoint/2010/main" val="3409886920"/>
              </p:ext>
            </p:extLst>
          </p:nvPr>
        </p:nvGraphicFramePr>
        <p:xfrm>
          <a:off x="826225" y="1555625"/>
          <a:ext cx="7492350" cy="3219615"/>
        </p:xfrm>
        <a:graphic>
          <a:graphicData uri="http://schemas.openxmlformats.org/drawingml/2006/table">
            <a:tbl>
              <a:tblPr>
                <a:noFill/>
                <a:tableStyleId>{0F67DAB6-6DCA-470E-9723-8D20FC29F16A}</a:tableStyleId>
              </a:tblPr>
              <a:tblGrid>
                <a:gridCol w="18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bg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Cofiguração Inicial</a:t>
                      </a:r>
                      <a:endParaRPr sz="1800" dirty="0">
                        <a:solidFill>
                          <a:schemeClr val="bg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36575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PT" sz="1800" dirty="0">
                        <a:solidFill>
                          <a:schemeClr val="bg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36575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bg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Criação e posicionamento de bombeiros e vítimas, com energia, capacidade e quantidades ajustáveis pelo utlizador.</a:t>
                      </a:r>
                      <a:endParaRPr sz="1600" dirty="0">
                        <a:solidFill>
                          <a:schemeClr val="bg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36575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Ambiente</a:t>
                      </a:r>
                      <a:endParaRPr sz="18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Grelha composta por células que representam obstáculos, tanques de oxigénio, zonas de fumo e uma zona segura.</a:t>
                      </a:r>
                      <a:endParaRPr sz="16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Bombeiros</a:t>
                      </a: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Ação de busca, recolha e transporte de vítimas até à saída, com gestão de energia. </a:t>
                      </a:r>
                      <a:endParaRPr sz="16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Gestão de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Energia</a:t>
                      </a: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Consumo por movimento, recarga em tanques de oxigénio e morte por esgotamento.</a:t>
                      </a:r>
                      <a:endParaRPr sz="16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Vítimas</a:t>
                      </a:r>
                      <a:endParaRPr sz="18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Perdem energia gradualemnte.</a:t>
                      </a:r>
                      <a:endParaRPr sz="1600" dirty="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37" name="Google Shape;837;p38"/>
          <p:cNvGrpSpPr/>
          <p:nvPr/>
        </p:nvGrpSpPr>
        <p:grpSpPr>
          <a:xfrm flipH="1">
            <a:off x="8212824" y="1341153"/>
            <a:ext cx="545366" cy="1029225"/>
            <a:chOff x="1118806" y="2515275"/>
            <a:chExt cx="545366" cy="1029225"/>
          </a:xfrm>
        </p:grpSpPr>
        <p:sp>
          <p:nvSpPr>
            <p:cNvPr id="838" name="Google Shape;838;p38"/>
            <p:cNvSpPr/>
            <p:nvPr/>
          </p:nvSpPr>
          <p:spPr>
            <a:xfrm>
              <a:off x="1118806" y="2985217"/>
              <a:ext cx="109800" cy="30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8"/>
            <p:cNvSpPr/>
            <p:nvPr/>
          </p:nvSpPr>
          <p:spPr>
            <a:xfrm>
              <a:off x="1227706" y="2876615"/>
              <a:ext cx="109800" cy="55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1336575" y="2729700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1445475" y="2515275"/>
              <a:ext cx="109800" cy="102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1554372" y="2621025"/>
              <a:ext cx="109800" cy="10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1227700" y="2985225"/>
              <a:ext cx="109800" cy="45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1336575" y="2876700"/>
              <a:ext cx="109800" cy="6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1445475" y="2729475"/>
              <a:ext cx="109800" cy="7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1227706" y="3120236"/>
              <a:ext cx="109800" cy="16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1336575" y="2985425"/>
              <a:ext cx="109800" cy="45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1445481" y="2729588"/>
              <a:ext cx="109800" cy="559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9" name="Google Shape;849;p38"/>
          <p:cNvSpPr txBox="1">
            <a:spLocks noGrp="1"/>
          </p:cNvSpPr>
          <p:nvPr>
            <p:ph type="title"/>
          </p:nvPr>
        </p:nvSpPr>
        <p:spPr>
          <a:xfrm>
            <a:off x="676656" y="548640"/>
            <a:ext cx="7790700" cy="557700"/>
          </a:xfrm>
          <a:prstGeom prst="rect">
            <a:avLst/>
          </a:prstGeom>
        </p:spPr>
        <p:txBody>
          <a:bodyPr spcFirstLastPara="1" wrap="square" lIns="128000" tIns="18275" rIns="128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 BASE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33"/>
          <p:cNvGrpSpPr/>
          <p:nvPr/>
        </p:nvGrpSpPr>
        <p:grpSpPr>
          <a:xfrm flipH="1">
            <a:off x="340647" y="1544700"/>
            <a:ext cx="327578" cy="920702"/>
            <a:chOff x="1445472" y="2515276"/>
            <a:chExt cx="327578" cy="920702"/>
          </a:xfrm>
        </p:grpSpPr>
        <p:sp>
          <p:nvSpPr>
            <p:cNvPr id="573" name="Google Shape;573;p33"/>
            <p:cNvSpPr/>
            <p:nvPr/>
          </p:nvSpPr>
          <p:spPr>
            <a:xfrm>
              <a:off x="1445472" y="2515278"/>
              <a:ext cx="109800" cy="92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1554372" y="2621026"/>
              <a:ext cx="109800" cy="6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1663250" y="2729700"/>
              <a:ext cx="109800" cy="45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1554372" y="2729476"/>
              <a:ext cx="109800" cy="45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1445472" y="2515276"/>
              <a:ext cx="109800" cy="77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8" name="Google Shape;578;p33"/>
          <p:cNvSpPr/>
          <p:nvPr/>
        </p:nvSpPr>
        <p:spPr>
          <a:xfrm>
            <a:off x="674850" y="3245668"/>
            <a:ext cx="3809700" cy="12099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33"/>
          <p:cNvSpPr/>
          <p:nvPr/>
        </p:nvSpPr>
        <p:spPr>
          <a:xfrm>
            <a:off x="674850" y="3245668"/>
            <a:ext cx="1043100" cy="1209900"/>
          </a:xfrm>
          <a:prstGeom prst="rect">
            <a:avLst/>
          </a:prstGeom>
          <a:solidFill>
            <a:schemeClr val="accent4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3"/>
          <p:cNvSpPr/>
          <p:nvPr/>
        </p:nvSpPr>
        <p:spPr>
          <a:xfrm>
            <a:off x="4659450" y="3245668"/>
            <a:ext cx="3809700" cy="12099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33"/>
          <p:cNvSpPr/>
          <p:nvPr/>
        </p:nvSpPr>
        <p:spPr>
          <a:xfrm>
            <a:off x="4659450" y="3245668"/>
            <a:ext cx="1043100" cy="1209900"/>
          </a:xfrm>
          <a:prstGeom prst="rect">
            <a:avLst/>
          </a:prstGeom>
          <a:solidFill>
            <a:schemeClr val="accent4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3"/>
          <p:cNvSpPr/>
          <p:nvPr/>
        </p:nvSpPr>
        <p:spPr>
          <a:xfrm>
            <a:off x="674850" y="1557175"/>
            <a:ext cx="3809700" cy="12099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3"/>
          <p:cNvSpPr/>
          <p:nvPr/>
        </p:nvSpPr>
        <p:spPr>
          <a:xfrm>
            <a:off x="674850" y="1557175"/>
            <a:ext cx="1043100" cy="1209900"/>
          </a:xfrm>
          <a:prstGeom prst="rect">
            <a:avLst/>
          </a:prstGeom>
          <a:solidFill>
            <a:schemeClr val="accent4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3"/>
          <p:cNvSpPr/>
          <p:nvPr/>
        </p:nvSpPr>
        <p:spPr>
          <a:xfrm>
            <a:off x="4659450" y="1557175"/>
            <a:ext cx="3809700" cy="12099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3"/>
          <p:cNvSpPr/>
          <p:nvPr/>
        </p:nvSpPr>
        <p:spPr>
          <a:xfrm>
            <a:off x="4659450" y="1557175"/>
            <a:ext cx="1043100" cy="1209900"/>
          </a:xfrm>
          <a:prstGeom prst="rect">
            <a:avLst/>
          </a:prstGeom>
          <a:solidFill>
            <a:schemeClr val="accent4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33"/>
          <p:cNvSpPr txBox="1">
            <a:spLocks noGrp="1"/>
          </p:cNvSpPr>
          <p:nvPr>
            <p:ph type="title" idx="6"/>
          </p:nvPr>
        </p:nvSpPr>
        <p:spPr>
          <a:xfrm>
            <a:off x="4659450" y="1898425"/>
            <a:ext cx="10431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87" name="Google Shape;587;p33"/>
          <p:cNvSpPr txBox="1">
            <a:spLocks noGrp="1"/>
          </p:cNvSpPr>
          <p:nvPr>
            <p:ph type="title" idx="9"/>
          </p:nvPr>
        </p:nvSpPr>
        <p:spPr>
          <a:xfrm>
            <a:off x="676656" y="548640"/>
            <a:ext cx="7790700" cy="557700"/>
          </a:xfrm>
          <a:prstGeom prst="rect">
            <a:avLst/>
          </a:prstGeom>
        </p:spPr>
        <p:txBody>
          <a:bodyPr spcFirstLastPara="1" wrap="square" lIns="128000" tIns="18275" rIns="128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 MELHORADO</a:t>
            </a:r>
            <a:endParaRPr dirty="0"/>
          </a:p>
        </p:txBody>
      </p:sp>
      <p:sp>
        <p:nvSpPr>
          <p:cNvPr id="588" name="Google Shape;588;p33"/>
          <p:cNvSpPr txBox="1">
            <a:spLocks noGrp="1"/>
          </p:cNvSpPr>
          <p:nvPr>
            <p:ph type="title" idx="13"/>
          </p:nvPr>
        </p:nvSpPr>
        <p:spPr>
          <a:xfrm>
            <a:off x="4659450" y="3586918"/>
            <a:ext cx="10431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9" name="Google Shape;589;p33"/>
          <p:cNvSpPr txBox="1">
            <a:spLocks noGrp="1"/>
          </p:cNvSpPr>
          <p:nvPr>
            <p:ph type="title" idx="3"/>
          </p:nvPr>
        </p:nvSpPr>
        <p:spPr>
          <a:xfrm>
            <a:off x="674850" y="3586918"/>
            <a:ext cx="10431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90" name="Google Shape;590;p33"/>
          <p:cNvSpPr txBox="1">
            <a:spLocks noGrp="1"/>
          </p:cNvSpPr>
          <p:nvPr>
            <p:ph type="subTitle" idx="4"/>
          </p:nvPr>
        </p:nvSpPr>
        <p:spPr>
          <a:xfrm>
            <a:off x="1845662" y="3338643"/>
            <a:ext cx="2529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Comportamento</a:t>
            </a:r>
            <a:endParaRPr dirty="0"/>
          </a:p>
        </p:txBody>
      </p:sp>
      <p:sp>
        <p:nvSpPr>
          <p:cNvPr id="591" name="Google Shape;591;p33"/>
          <p:cNvSpPr txBox="1">
            <a:spLocks noGrp="1"/>
          </p:cNvSpPr>
          <p:nvPr>
            <p:ph type="subTitle" idx="5"/>
          </p:nvPr>
        </p:nvSpPr>
        <p:spPr>
          <a:xfrm>
            <a:off x="1845662" y="3682676"/>
            <a:ext cx="2529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Movimentação aleatória das vítimas para simular pânico.</a:t>
            </a:r>
            <a:endParaRPr sz="1600" dirty="0"/>
          </a:p>
        </p:txBody>
      </p:sp>
      <p:sp>
        <p:nvSpPr>
          <p:cNvPr id="592" name="Google Shape;592;p33"/>
          <p:cNvSpPr txBox="1">
            <a:spLocks noGrp="1"/>
          </p:cNvSpPr>
          <p:nvPr>
            <p:ph type="subTitle" idx="7"/>
          </p:nvPr>
        </p:nvSpPr>
        <p:spPr>
          <a:xfrm>
            <a:off x="5830262" y="1650150"/>
            <a:ext cx="2529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Evento Dinâmico</a:t>
            </a:r>
          </a:p>
        </p:txBody>
      </p:sp>
      <p:sp>
        <p:nvSpPr>
          <p:cNvPr id="593" name="Google Shape;593;p33"/>
          <p:cNvSpPr txBox="1">
            <a:spLocks noGrp="1"/>
          </p:cNvSpPr>
          <p:nvPr>
            <p:ph type="subTitle" idx="8"/>
          </p:nvPr>
        </p:nvSpPr>
        <p:spPr>
          <a:xfrm>
            <a:off x="5830262" y="1994180"/>
            <a:ext cx="2529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Falhas temporárias nos tanques de oxigénio.</a:t>
            </a:r>
            <a:endParaRPr sz="1600" dirty="0"/>
          </a:p>
        </p:txBody>
      </p:sp>
      <p:sp>
        <p:nvSpPr>
          <p:cNvPr id="594" name="Google Shape;594;p33"/>
          <p:cNvSpPr txBox="1">
            <a:spLocks noGrp="1"/>
          </p:cNvSpPr>
          <p:nvPr>
            <p:ph type="subTitle" idx="15"/>
          </p:nvPr>
        </p:nvSpPr>
        <p:spPr>
          <a:xfrm>
            <a:off x="5830262" y="3682676"/>
            <a:ext cx="2529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/>
              <a:t>Os bombeiros aproximam-se das vítimas quando as avistam, e vice-versa.</a:t>
            </a:r>
            <a:endParaRPr sz="1600" dirty="0"/>
          </a:p>
        </p:txBody>
      </p:sp>
      <p:sp>
        <p:nvSpPr>
          <p:cNvPr id="595" name="Google Shape;595;p33"/>
          <p:cNvSpPr txBox="1">
            <a:spLocks noGrp="1"/>
          </p:cNvSpPr>
          <p:nvPr>
            <p:ph type="title"/>
          </p:nvPr>
        </p:nvSpPr>
        <p:spPr>
          <a:xfrm>
            <a:off x="674850" y="1898425"/>
            <a:ext cx="10431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96" name="Google Shape;596;p33"/>
          <p:cNvSpPr txBox="1">
            <a:spLocks noGrp="1"/>
          </p:cNvSpPr>
          <p:nvPr>
            <p:ph type="subTitle" idx="1"/>
          </p:nvPr>
        </p:nvSpPr>
        <p:spPr>
          <a:xfrm>
            <a:off x="1845662" y="1650150"/>
            <a:ext cx="2529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Evento Dinâmico</a:t>
            </a:r>
            <a:endParaRPr dirty="0"/>
          </a:p>
        </p:txBody>
      </p:sp>
      <p:sp>
        <p:nvSpPr>
          <p:cNvPr id="597" name="Google Shape;597;p33"/>
          <p:cNvSpPr txBox="1">
            <a:spLocks noGrp="1"/>
          </p:cNvSpPr>
          <p:nvPr>
            <p:ph type="subTitle" idx="2"/>
          </p:nvPr>
        </p:nvSpPr>
        <p:spPr>
          <a:xfrm>
            <a:off x="1845662" y="1994182"/>
            <a:ext cx="2529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Novos obstáculos decorrentes de colapsos.</a:t>
            </a:r>
            <a:endParaRPr sz="1600" dirty="0"/>
          </a:p>
        </p:txBody>
      </p:sp>
      <p:sp>
        <p:nvSpPr>
          <p:cNvPr id="598" name="Google Shape;598;p33"/>
          <p:cNvSpPr txBox="1">
            <a:spLocks noGrp="1"/>
          </p:cNvSpPr>
          <p:nvPr>
            <p:ph type="subTitle" idx="14"/>
          </p:nvPr>
        </p:nvSpPr>
        <p:spPr>
          <a:xfrm>
            <a:off x="5830262" y="3338643"/>
            <a:ext cx="2529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Perceção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57"/>
          <p:cNvSpPr txBox="1">
            <a:spLocks noGrp="1"/>
          </p:cNvSpPr>
          <p:nvPr>
            <p:ph type="body" idx="2"/>
          </p:nvPr>
        </p:nvSpPr>
        <p:spPr>
          <a:xfrm>
            <a:off x="872400" y="1246100"/>
            <a:ext cx="7410988" cy="31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Foram feitos testes dos modelos </a:t>
            </a:r>
            <a:r>
              <a:rPr lang="pt-PT" sz="1800" dirty="0">
                <a:effectLst/>
                <a:latin typeface="VT323" panose="020B0604020202020204" charset="0"/>
                <a:ea typeface="Calibri" panose="020F0502020204030204" pitchFamily="34" charset="0"/>
              </a:rPr>
              <a:t>implementados (Base e Melhorado), fazendo um total de 10 iterações por cada experiência.</a:t>
            </a:r>
            <a:endParaRPr dirty="0">
              <a:latin typeface="VT323" panose="020B060402020202020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rgbClr val="93D94E"/>
                </a:solidFill>
                <a:effectLst/>
                <a:latin typeface="VT323" panose="020B0604020202020204" charset="0"/>
                <a:ea typeface="Calibri" panose="020F0502020204030204" pitchFamily="34" charset="0"/>
              </a:rPr>
              <a:t>Para estas experiências tomamos como padrão, os seguintes dados: </a:t>
            </a:r>
            <a:endParaRPr dirty="0">
              <a:solidFill>
                <a:srgbClr val="93D94E"/>
              </a:solidFill>
              <a:latin typeface="VT323" panose="020B0604020202020204" charset="0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■"/>
            </a:pPr>
            <a:r>
              <a:rPr lang="pt-PT" dirty="0">
                <a:solidFill>
                  <a:srgbClr val="93D94E"/>
                </a:solidFill>
                <a:uFill>
                  <a:noFill/>
                </a:uFill>
              </a:rPr>
              <a:t>n-vitimas -&gt; 50</a:t>
            </a:r>
            <a:endParaRPr dirty="0">
              <a:solidFill>
                <a:srgbClr val="93D94E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PT" dirty="0">
                <a:solidFill>
                  <a:srgbClr val="93D94E"/>
                </a:solidFill>
                <a:uFill>
                  <a:noFill/>
                </a:uFill>
              </a:rPr>
              <a:t>ganho-oxigénio -&gt; 25</a:t>
            </a:r>
            <a:endParaRPr dirty="0">
              <a:solidFill>
                <a:srgbClr val="93D94E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PT" dirty="0">
                <a:solidFill>
                  <a:srgbClr val="93D94E"/>
                </a:solidFill>
                <a:uFill>
                  <a:noFill/>
                </a:uFill>
              </a:rPr>
              <a:t>energia-inicial -&gt; 100</a:t>
            </a:r>
            <a:endParaRPr dirty="0">
              <a:solidFill>
                <a:srgbClr val="93D94E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PT" dirty="0">
                <a:solidFill>
                  <a:srgbClr val="93D94E"/>
                </a:solidFill>
                <a:uFill>
                  <a:noFill/>
                </a:uFill>
              </a:rPr>
              <a:t>capacidade-transporte -&gt; 1</a:t>
            </a:r>
            <a:endParaRPr dirty="0">
              <a:solidFill>
                <a:srgbClr val="93D94E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pt-PT" dirty="0">
                <a:solidFill>
                  <a:srgbClr val="93D94E"/>
                </a:solidFill>
                <a:uFill>
                  <a:noFill/>
                </a:uFill>
              </a:rPr>
              <a:t>e</a:t>
            </a:r>
            <a:r>
              <a:rPr lang="en" dirty="0">
                <a:solidFill>
                  <a:srgbClr val="93D94E"/>
                </a:solidFill>
                <a:uFill>
                  <a:noFill/>
                </a:uFill>
              </a:rPr>
              <a:t>nergia-inicial-vitima -&gt;100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sz="700" dirty="0">
              <a:solidFill>
                <a:srgbClr val="93D94E"/>
              </a:solidFill>
              <a:uFill>
                <a:noFill/>
              </a:u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>
                <a:solidFill>
                  <a:schemeClr val="bg1"/>
                </a:solidFill>
              </a:rPr>
              <a:t>Iremos anotar o número médio de ticks, vítimas salvas e bombeiros sobreviventes.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34" name="Google Shape;1634;p57"/>
          <p:cNvSpPr txBox="1">
            <a:spLocks noGrp="1"/>
          </p:cNvSpPr>
          <p:nvPr>
            <p:ph type="title"/>
          </p:nvPr>
        </p:nvSpPr>
        <p:spPr>
          <a:xfrm>
            <a:off x="676656" y="548640"/>
            <a:ext cx="7790700" cy="557700"/>
          </a:xfrm>
          <a:prstGeom prst="rect">
            <a:avLst/>
          </a:prstGeom>
        </p:spPr>
        <p:txBody>
          <a:bodyPr spcFirstLastPara="1" wrap="square" lIns="128000" tIns="18275" rIns="128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EXPERIÊNCIAS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" name="Google Shape;944;p41"/>
          <p:cNvGrpSpPr/>
          <p:nvPr/>
        </p:nvGrpSpPr>
        <p:grpSpPr>
          <a:xfrm>
            <a:off x="-1024303" y="2902534"/>
            <a:ext cx="2048617" cy="1705847"/>
            <a:chOff x="1695624" y="2477425"/>
            <a:chExt cx="1496652" cy="1246236"/>
          </a:xfrm>
        </p:grpSpPr>
        <p:sp>
          <p:nvSpPr>
            <p:cNvPr id="945" name="Google Shape;945;p41"/>
            <p:cNvSpPr/>
            <p:nvPr/>
          </p:nvSpPr>
          <p:spPr>
            <a:xfrm>
              <a:off x="1759923" y="2640325"/>
              <a:ext cx="1368052" cy="1083336"/>
            </a:xfrm>
            <a:custGeom>
              <a:avLst/>
              <a:gdLst/>
              <a:ahLst/>
              <a:cxnLst/>
              <a:rect l="l" t="t" r="r" b="b"/>
              <a:pathLst>
                <a:path w="46795" h="20702" extrusionOk="0">
                  <a:moveTo>
                    <a:pt x="1" y="0"/>
                  </a:moveTo>
                  <a:lnTo>
                    <a:pt x="1" y="20702"/>
                  </a:lnTo>
                  <a:lnTo>
                    <a:pt x="46795" y="20702"/>
                  </a:lnTo>
                  <a:lnTo>
                    <a:pt x="46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6" name="Google Shape;946;p41"/>
            <p:cNvGrpSpPr/>
            <p:nvPr/>
          </p:nvGrpSpPr>
          <p:grpSpPr>
            <a:xfrm>
              <a:off x="2069790" y="2870733"/>
              <a:ext cx="748319" cy="852927"/>
              <a:chOff x="2019602" y="2870733"/>
              <a:chExt cx="748319" cy="852927"/>
            </a:xfrm>
          </p:grpSpPr>
          <p:sp>
            <p:nvSpPr>
              <p:cNvPr id="947" name="Google Shape;947;p41"/>
              <p:cNvSpPr/>
              <p:nvPr/>
            </p:nvSpPr>
            <p:spPr>
              <a:xfrm>
                <a:off x="2019602" y="2870733"/>
                <a:ext cx="748319" cy="852927"/>
              </a:xfrm>
              <a:custGeom>
                <a:avLst/>
                <a:gdLst/>
                <a:ahLst/>
                <a:cxnLst/>
                <a:rect l="l" t="t" r="r" b="b"/>
                <a:pathLst>
                  <a:path w="14300" h="16299" extrusionOk="0">
                    <a:moveTo>
                      <a:pt x="1" y="1"/>
                    </a:moveTo>
                    <a:lnTo>
                      <a:pt x="1" y="16299"/>
                    </a:lnTo>
                    <a:lnTo>
                      <a:pt x="14300" y="16299"/>
                    </a:lnTo>
                    <a:lnTo>
                      <a:pt x="1430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2312281" y="2981985"/>
                <a:ext cx="162956" cy="162956"/>
              </a:xfrm>
              <a:custGeom>
                <a:avLst/>
                <a:gdLst/>
                <a:ahLst/>
                <a:cxnLst/>
                <a:rect l="l" t="t" r="r" b="b"/>
                <a:pathLst>
                  <a:path w="3114" h="3114" extrusionOk="0">
                    <a:moveTo>
                      <a:pt x="1" y="0"/>
                    </a:moveTo>
                    <a:lnTo>
                      <a:pt x="1" y="3113"/>
                    </a:lnTo>
                    <a:lnTo>
                      <a:pt x="3114" y="3113"/>
                    </a:lnTo>
                    <a:lnTo>
                      <a:pt x="31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2103068" y="2981985"/>
                <a:ext cx="164264" cy="162956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3114" extrusionOk="0">
                    <a:moveTo>
                      <a:pt x="0" y="0"/>
                    </a:moveTo>
                    <a:lnTo>
                      <a:pt x="0" y="3113"/>
                    </a:lnTo>
                    <a:lnTo>
                      <a:pt x="3138" y="3113"/>
                    </a:lnTo>
                    <a:lnTo>
                      <a:pt x="31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2520238" y="2981985"/>
                <a:ext cx="162956" cy="162956"/>
              </a:xfrm>
              <a:custGeom>
                <a:avLst/>
                <a:gdLst/>
                <a:ahLst/>
                <a:cxnLst/>
                <a:rect l="l" t="t" r="r" b="b"/>
                <a:pathLst>
                  <a:path w="3114" h="3114" extrusionOk="0">
                    <a:moveTo>
                      <a:pt x="0" y="0"/>
                    </a:moveTo>
                    <a:lnTo>
                      <a:pt x="0" y="3113"/>
                    </a:lnTo>
                    <a:lnTo>
                      <a:pt x="3113" y="3113"/>
                    </a:lnTo>
                    <a:lnTo>
                      <a:pt x="31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1" name="Google Shape;951;p41"/>
            <p:cNvSpPr/>
            <p:nvPr/>
          </p:nvSpPr>
          <p:spPr>
            <a:xfrm>
              <a:off x="1695624" y="2477425"/>
              <a:ext cx="1496652" cy="162948"/>
            </a:xfrm>
            <a:custGeom>
              <a:avLst/>
              <a:gdLst/>
              <a:ahLst/>
              <a:cxnLst/>
              <a:rect l="l" t="t" r="r" b="b"/>
              <a:pathLst>
                <a:path w="3139" h="3114" extrusionOk="0">
                  <a:moveTo>
                    <a:pt x="0" y="0"/>
                  </a:moveTo>
                  <a:lnTo>
                    <a:pt x="0" y="3113"/>
                  </a:lnTo>
                  <a:lnTo>
                    <a:pt x="3138" y="3113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2069803" y="2704059"/>
              <a:ext cx="748318" cy="102991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accent2"/>
                  </a:solidFill>
                  <a:latin typeface="VT323"/>
                </a:rPr>
                <a:t>FIRE DEPT.</a:t>
              </a:r>
            </a:p>
          </p:txBody>
        </p:sp>
      </p:grpSp>
      <p:grpSp>
        <p:nvGrpSpPr>
          <p:cNvPr id="953" name="Google Shape;953;p41"/>
          <p:cNvGrpSpPr/>
          <p:nvPr/>
        </p:nvGrpSpPr>
        <p:grpSpPr>
          <a:xfrm flipH="1">
            <a:off x="1616428" y="1310087"/>
            <a:ext cx="654250" cy="1029225"/>
            <a:chOff x="1118800" y="2515275"/>
            <a:chExt cx="654250" cy="1029225"/>
          </a:xfrm>
        </p:grpSpPr>
        <p:sp>
          <p:nvSpPr>
            <p:cNvPr id="954" name="Google Shape;954;p41"/>
            <p:cNvSpPr/>
            <p:nvPr/>
          </p:nvSpPr>
          <p:spPr>
            <a:xfrm>
              <a:off x="1118800" y="2985225"/>
              <a:ext cx="109800" cy="45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1227700" y="2876625"/>
              <a:ext cx="109800" cy="6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1336575" y="2729700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1445475" y="2515275"/>
              <a:ext cx="109800" cy="102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1554375" y="2621025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1"/>
            <p:cNvSpPr/>
            <p:nvPr/>
          </p:nvSpPr>
          <p:spPr>
            <a:xfrm>
              <a:off x="1663250" y="2729700"/>
              <a:ext cx="109800" cy="45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1"/>
            <p:cNvSpPr/>
            <p:nvPr/>
          </p:nvSpPr>
          <p:spPr>
            <a:xfrm>
              <a:off x="1227700" y="2985225"/>
              <a:ext cx="109800" cy="45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1"/>
            <p:cNvSpPr/>
            <p:nvPr/>
          </p:nvSpPr>
          <p:spPr>
            <a:xfrm>
              <a:off x="1336575" y="2876700"/>
              <a:ext cx="109800" cy="6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1445475" y="2729475"/>
              <a:ext cx="109800" cy="7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1554375" y="2729475"/>
              <a:ext cx="109800" cy="55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1227700" y="3288667"/>
              <a:ext cx="109800" cy="14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1336575" y="2985425"/>
              <a:ext cx="109800" cy="45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1445475" y="2729597"/>
              <a:ext cx="109800" cy="559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41"/>
          <p:cNvSpPr/>
          <p:nvPr/>
        </p:nvSpPr>
        <p:spPr>
          <a:xfrm>
            <a:off x="2067000" y="1201050"/>
            <a:ext cx="5010000" cy="27414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41"/>
          <p:cNvSpPr txBox="1">
            <a:spLocks noGrp="1"/>
          </p:cNvSpPr>
          <p:nvPr>
            <p:ph type="title"/>
          </p:nvPr>
        </p:nvSpPr>
        <p:spPr>
          <a:xfrm>
            <a:off x="2175875" y="1460850"/>
            <a:ext cx="4792225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</a:t>
            </a:r>
            <a:endParaRPr dirty="0"/>
          </a:p>
        </p:txBody>
      </p:sp>
      <p:sp>
        <p:nvSpPr>
          <p:cNvPr id="969" name="Google Shape;969;p41"/>
          <p:cNvSpPr/>
          <p:nvPr/>
        </p:nvSpPr>
        <p:spPr>
          <a:xfrm flipH="1">
            <a:off x="8650225" y="2078075"/>
            <a:ext cx="706200" cy="2530369"/>
          </a:xfrm>
          <a:custGeom>
            <a:avLst/>
            <a:gdLst/>
            <a:ahLst/>
            <a:cxnLst/>
            <a:rect l="l" t="t" r="r" b="b"/>
            <a:pathLst>
              <a:path w="31052" h="55194" extrusionOk="0">
                <a:moveTo>
                  <a:pt x="2608" y="1"/>
                </a:moveTo>
                <a:lnTo>
                  <a:pt x="2608" y="3254"/>
                </a:lnTo>
                <a:lnTo>
                  <a:pt x="1" y="3254"/>
                </a:lnTo>
                <a:lnTo>
                  <a:pt x="1" y="55193"/>
                </a:lnTo>
                <a:lnTo>
                  <a:pt x="31052" y="55193"/>
                </a:lnTo>
                <a:lnTo>
                  <a:pt x="31052" y="9921"/>
                </a:lnTo>
                <a:lnTo>
                  <a:pt x="20056" y="9921"/>
                </a:lnTo>
                <a:lnTo>
                  <a:pt x="20056" y="23981"/>
                </a:lnTo>
                <a:lnTo>
                  <a:pt x="14841" y="23981"/>
                </a:lnTo>
                <a:lnTo>
                  <a:pt x="14841" y="3254"/>
                </a:lnTo>
                <a:lnTo>
                  <a:pt x="12233" y="3254"/>
                </a:lnTo>
                <a:lnTo>
                  <a:pt x="1223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41"/>
          <p:cNvSpPr/>
          <p:nvPr/>
        </p:nvSpPr>
        <p:spPr>
          <a:xfrm flipH="1">
            <a:off x="7777993" y="1181076"/>
            <a:ext cx="691157" cy="374544"/>
          </a:xfrm>
          <a:custGeom>
            <a:avLst/>
            <a:gdLst/>
            <a:ahLst/>
            <a:cxnLst/>
            <a:rect l="l" t="t" r="r" b="b"/>
            <a:pathLst>
              <a:path w="29708" h="15691" extrusionOk="0">
                <a:moveTo>
                  <a:pt x="8745" y="0"/>
                </a:moveTo>
                <a:lnTo>
                  <a:pt x="8745" y="7273"/>
                </a:lnTo>
                <a:lnTo>
                  <a:pt x="4455" y="7273"/>
                </a:lnTo>
                <a:lnTo>
                  <a:pt x="4455" y="10236"/>
                </a:lnTo>
                <a:lnTo>
                  <a:pt x="0" y="10236"/>
                </a:lnTo>
                <a:lnTo>
                  <a:pt x="0" y="13381"/>
                </a:lnTo>
                <a:lnTo>
                  <a:pt x="5455" y="13381"/>
                </a:lnTo>
                <a:lnTo>
                  <a:pt x="5455" y="15690"/>
                </a:lnTo>
                <a:lnTo>
                  <a:pt x="24599" y="15690"/>
                </a:lnTo>
                <a:lnTo>
                  <a:pt x="24599" y="11727"/>
                </a:lnTo>
                <a:lnTo>
                  <a:pt x="29707" y="11727"/>
                </a:lnTo>
                <a:lnTo>
                  <a:pt x="29707" y="6109"/>
                </a:lnTo>
                <a:lnTo>
                  <a:pt x="24762" y="6109"/>
                </a:lnTo>
                <a:lnTo>
                  <a:pt x="247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1" name="Google Shape;971;p41"/>
          <p:cNvGrpSpPr/>
          <p:nvPr/>
        </p:nvGrpSpPr>
        <p:grpSpPr>
          <a:xfrm flipH="1">
            <a:off x="6873328" y="2804188"/>
            <a:ext cx="654244" cy="1029225"/>
            <a:chOff x="1118806" y="2515275"/>
            <a:chExt cx="654244" cy="1029225"/>
          </a:xfrm>
        </p:grpSpPr>
        <p:sp>
          <p:nvSpPr>
            <p:cNvPr id="972" name="Google Shape;972;p41"/>
            <p:cNvSpPr/>
            <p:nvPr/>
          </p:nvSpPr>
          <p:spPr>
            <a:xfrm>
              <a:off x="1118806" y="2985217"/>
              <a:ext cx="109800" cy="30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1"/>
            <p:cNvSpPr/>
            <p:nvPr/>
          </p:nvSpPr>
          <p:spPr>
            <a:xfrm>
              <a:off x="1227706" y="2876615"/>
              <a:ext cx="109800" cy="55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1336575" y="2729700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1445475" y="2515275"/>
              <a:ext cx="109800" cy="102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1"/>
            <p:cNvSpPr/>
            <p:nvPr/>
          </p:nvSpPr>
          <p:spPr>
            <a:xfrm>
              <a:off x="1554375" y="2621025"/>
              <a:ext cx="109800" cy="81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1663250" y="2729700"/>
              <a:ext cx="109800" cy="45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1227700" y="2985225"/>
              <a:ext cx="109800" cy="45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1"/>
            <p:cNvSpPr/>
            <p:nvPr/>
          </p:nvSpPr>
          <p:spPr>
            <a:xfrm>
              <a:off x="1336575" y="2876700"/>
              <a:ext cx="109800" cy="6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1"/>
            <p:cNvSpPr/>
            <p:nvPr/>
          </p:nvSpPr>
          <p:spPr>
            <a:xfrm>
              <a:off x="1445475" y="2729475"/>
              <a:ext cx="109800" cy="7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1"/>
            <p:cNvSpPr/>
            <p:nvPr/>
          </p:nvSpPr>
          <p:spPr>
            <a:xfrm>
              <a:off x="1554375" y="2729475"/>
              <a:ext cx="109800" cy="55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1"/>
            <p:cNvSpPr/>
            <p:nvPr/>
          </p:nvSpPr>
          <p:spPr>
            <a:xfrm>
              <a:off x="1227706" y="3120236"/>
              <a:ext cx="109800" cy="16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1"/>
            <p:cNvSpPr/>
            <p:nvPr/>
          </p:nvSpPr>
          <p:spPr>
            <a:xfrm>
              <a:off x="1336575" y="2985425"/>
              <a:ext cx="109800" cy="45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1"/>
            <p:cNvSpPr/>
            <p:nvPr/>
          </p:nvSpPr>
          <p:spPr>
            <a:xfrm>
              <a:off x="1445481" y="2729588"/>
              <a:ext cx="109800" cy="559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4"/>
          <p:cNvSpPr/>
          <p:nvPr/>
        </p:nvSpPr>
        <p:spPr>
          <a:xfrm>
            <a:off x="2522153" y="977088"/>
            <a:ext cx="4091700" cy="31893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34"/>
          <p:cNvSpPr txBox="1">
            <a:spLocks noGrp="1"/>
          </p:cNvSpPr>
          <p:nvPr>
            <p:ph type="subTitle" idx="1"/>
          </p:nvPr>
        </p:nvSpPr>
        <p:spPr>
          <a:xfrm>
            <a:off x="2814203" y="1805975"/>
            <a:ext cx="3507600" cy="21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Artur Meireles de Sousa Falcão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-2024130485-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Gabriel Cardoso Rogrigues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-2024133397-</a:t>
            </a:r>
            <a:endParaRPr dirty="0"/>
          </a:p>
        </p:txBody>
      </p:sp>
      <p:sp>
        <p:nvSpPr>
          <p:cNvPr id="618" name="Google Shape;618;p34"/>
          <p:cNvSpPr txBox="1">
            <a:spLocks noGrp="1"/>
          </p:cNvSpPr>
          <p:nvPr>
            <p:ph type="title"/>
          </p:nvPr>
        </p:nvSpPr>
        <p:spPr>
          <a:xfrm>
            <a:off x="2522149" y="977100"/>
            <a:ext cx="4091700" cy="657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Realizado Por:</a:t>
            </a:r>
            <a:endParaRPr dirty="0"/>
          </a:p>
        </p:txBody>
      </p:sp>
      <p:sp>
        <p:nvSpPr>
          <p:cNvPr id="619" name="Google Shape;619;p34"/>
          <p:cNvSpPr/>
          <p:nvPr/>
        </p:nvSpPr>
        <p:spPr>
          <a:xfrm>
            <a:off x="6750933" y="977100"/>
            <a:ext cx="2337600" cy="31893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0" name="Google Shape;620;p34"/>
          <p:cNvGrpSpPr/>
          <p:nvPr/>
        </p:nvGrpSpPr>
        <p:grpSpPr>
          <a:xfrm>
            <a:off x="7076741" y="1288204"/>
            <a:ext cx="1685985" cy="2567090"/>
            <a:chOff x="3906098" y="458300"/>
            <a:chExt cx="1256135" cy="1912599"/>
          </a:xfrm>
        </p:grpSpPr>
        <p:sp>
          <p:nvSpPr>
            <p:cNvPr id="621" name="Google Shape;621;p34"/>
            <p:cNvSpPr/>
            <p:nvPr/>
          </p:nvSpPr>
          <p:spPr>
            <a:xfrm>
              <a:off x="4118187" y="1053529"/>
              <a:ext cx="830684" cy="775784"/>
            </a:xfrm>
            <a:custGeom>
              <a:avLst/>
              <a:gdLst/>
              <a:ahLst/>
              <a:cxnLst/>
              <a:rect l="l" t="t" r="r" b="b"/>
              <a:pathLst>
                <a:path w="41701" h="38945" extrusionOk="0">
                  <a:moveTo>
                    <a:pt x="41384" y="22214"/>
                  </a:moveTo>
                  <a:lnTo>
                    <a:pt x="41352" y="26713"/>
                  </a:lnTo>
                  <a:lnTo>
                    <a:pt x="41352" y="27125"/>
                  </a:lnTo>
                  <a:cubicBezTo>
                    <a:pt x="41352" y="27664"/>
                    <a:pt x="41352" y="27664"/>
                    <a:pt x="40814" y="27696"/>
                  </a:cubicBezTo>
                  <a:cubicBezTo>
                    <a:pt x="40275" y="27696"/>
                    <a:pt x="39736" y="27696"/>
                    <a:pt x="39229" y="27696"/>
                  </a:cubicBezTo>
                  <a:cubicBezTo>
                    <a:pt x="38691" y="27696"/>
                    <a:pt x="38691" y="27727"/>
                    <a:pt x="38691" y="28203"/>
                  </a:cubicBezTo>
                  <a:lnTo>
                    <a:pt x="38691" y="29945"/>
                  </a:lnTo>
                  <a:cubicBezTo>
                    <a:pt x="38691" y="30421"/>
                    <a:pt x="38691" y="30452"/>
                    <a:pt x="38152" y="30452"/>
                  </a:cubicBezTo>
                  <a:lnTo>
                    <a:pt x="36314" y="30452"/>
                  </a:lnTo>
                  <a:cubicBezTo>
                    <a:pt x="36029" y="30452"/>
                    <a:pt x="35902" y="30548"/>
                    <a:pt x="35902" y="30833"/>
                  </a:cubicBezTo>
                  <a:lnTo>
                    <a:pt x="35902" y="32639"/>
                  </a:lnTo>
                  <a:cubicBezTo>
                    <a:pt x="35902" y="33241"/>
                    <a:pt x="35902" y="33209"/>
                    <a:pt x="35363" y="33209"/>
                  </a:cubicBezTo>
                  <a:cubicBezTo>
                    <a:pt x="34825" y="33209"/>
                    <a:pt x="34254" y="33209"/>
                    <a:pt x="33716" y="33209"/>
                  </a:cubicBezTo>
                  <a:cubicBezTo>
                    <a:pt x="33240" y="33209"/>
                    <a:pt x="33240" y="33209"/>
                    <a:pt x="33240" y="33716"/>
                  </a:cubicBezTo>
                  <a:lnTo>
                    <a:pt x="33240" y="35427"/>
                  </a:lnTo>
                  <a:cubicBezTo>
                    <a:pt x="33240" y="35903"/>
                    <a:pt x="33240" y="35903"/>
                    <a:pt x="32733" y="35934"/>
                  </a:cubicBezTo>
                  <a:lnTo>
                    <a:pt x="30547" y="35934"/>
                  </a:lnTo>
                  <a:cubicBezTo>
                    <a:pt x="30167" y="36093"/>
                    <a:pt x="29723" y="36156"/>
                    <a:pt x="29311" y="36093"/>
                  </a:cubicBezTo>
                  <a:cubicBezTo>
                    <a:pt x="27885" y="36093"/>
                    <a:pt x="27980" y="35966"/>
                    <a:pt x="27980" y="37455"/>
                  </a:cubicBezTo>
                  <a:cubicBezTo>
                    <a:pt x="28012" y="37867"/>
                    <a:pt x="27980" y="38279"/>
                    <a:pt x="27853" y="38660"/>
                  </a:cubicBezTo>
                  <a:cubicBezTo>
                    <a:pt x="27822" y="38723"/>
                    <a:pt x="27758" y="38786"/>
                    <a:pt x="27663" y="38818"/>
                  </a:cubicBezTo>
                  <a:cubicBezTo>
                    <a:pt x="27410" y="38913"/>
                    <a:pt x="27093" y="38945"/>
                    <a:pt x="26808" y="38913"/>
                  </a:cubicBezTo>
                  <a:lnTo>
                    <a:pt x="14988" y="38913"/>
                  </a:lnTo>
                  <a:cubicBezTo>
                    <a:pt x="14735" y="38913"/>
                    <a:pt x="14450" y="38913"/>
                    <a:pt x="14196" y="38818"/>
                  </a:cubicBezTo>
                  <a:cubicBezTo>
                    <a:pt x="14133" y="38786"/>
                    <a:pt x="14038" y="38755"/>
                    <a:pt x="14006" y="38691"/>
                  </a:cubicBezTo>
                  <a:cubicBezTo>
                    <a:pt x="13721" y="38089"/>
                    <a:pt x="13879" y="37424"/>
                    <a:pt x="13847" y="36790"/>
                  </a:cubicBezTo>
                  <a:cubicBezTo>
                    <a:pt x="13847" y="36315"/>
                    <a:pt x="13657" y="36093"/>
                    <a:pt x="13150" y="36093"/>
                  </a:cubicBezTo>
                  <a:cubicBezTo>
                    <a:pt x="12485" y="36093"/>
                    <a:pt x="11788" y="36251"/>
                    <a:pt x="11154" y="35934"/>
                  </a:cubicBezTo>
                  <a:lnTo>
                    <a:pt x="9031" y="35934"/>
                  </a:lnTo>
                  <a:cubicBezTo>
                    <a:pt x="8682" y="35934"/>
                    <a:pt x="8524" y="35808"/>
                    <a:pt x="8556" y="35459"/>
                  </a:cubicBezTo>
                  <a:lnTo>
                    <a:pt x="8556" y="34001"/>
                  </a:lnTo>
                  <a:cubicBezTo>
                    <a:pt x="8556" y="33114"/>
                    <a:pt x="8619" y="33209"/>
                    <a:pt x="7700" y="33209"/>
                  </a:cubicBezTo>
                  <a:lnTo>
                    <a:pt x="6401" y="33209"/>
                  </a:lnTo>
                  <a:cubicBezTo>
                    <a:pt x="5799" y="33209"/>
                    <a:pt x="5799" y="33209"/>
                    <a:pt x="5799" y="32639"/>
                  </a:cubicBezTo>
                  <a:cubicBezTo>
                    <a:pt x="5799" y="32069"/>
                    <a:pt x="5799" y="31498"/>
                    <a:pt x="5799" y="30928"/>
                  </a:cubicBezTo>
                  <a:cubicBezTo>
                    <a:pt x="5799" y="30579"/>
                    <a:pt x="5672" y="30452"/>
                    <a:pt x="5324" y="30484"/>
                  </a:cubicBezTo>
                  <a:lnTo>
                    <a:pt x="3454" y="30484"/>
                  </a:lnTo>
                  <a:cubicBezTo>
                    <a:pt x="3169" y="30484"/>
                    <a:pt x="3010" y="30389"/>
                    <a:pt x="3042" y="30041"/>
                  </a:cubicBezTo>
                  <a:lnTo>
                    <a:pt x="3042" y="28456"/>
                  </a:lnTo>
                  <a:cubicBezTo>
                    <a:pt x="3042" y="27727"/>
                    <a:pt x="3042" y="27727"/>
                    <a:pt x="2250" y="27727"/>
                  </a:cubicBezTo>
                  <a:lnTo>
                    <a:pt x="887" y="27727"/>
                  </a:lnTo>
                  <a:cubicBezTo>
                    <a:pt x="349" y="27727"/>
                    <a:pt x="349" y="27727"/>
                    <a:pt x="349" y="27157"/>
                  </a:cubicBezTo>
                  <a:lnTo>
                    <a:pt x="349" y="22974"/>
                  </a:lnTo>
                  <a:lnTo>
                    <a:pt x="349" y="22245"/>
                  </a:lnTo>
                  <a:cubicBezTo>
                    <a:pt x="0" y="21358"/>
                    <a:pt x="222" y="20439"/>
                    <a:pt x="158" y="19552"/>
                  </a:cubicBezTo>
                  <a:cubicBezTo>
                    <a:pt x="158" y="17968"/>
                    <a:pt x="158" y="16415"/>
                    <a:pt x="158" y="14830"/>
                  </a:cubicBezTo>
                  <a:cubicBezTo>
                    <a:pt x="158" y="14038"/>
                    <a:pt x="349" y="13975"/>
                    <a:pt x="1141" y="13912"/>
                  </a:cubicBezTo>
                  <a:cubicBezTo>
                    <a:pt x="1711" y="13848"/>
                    <a:pt x="2313" y="14102"/>
                    <a:pt x="2852" y="13690"/>
                  </a:cubicBezTo>
                  <a:cubicBezTo>
                    <a:pt x="2947" y="13405"/>
                    <a:pt x="2979" y="13088"/>
                    <a:pt x="2947" y="12802"/>
                  </a:cubicBezTo>
                  <a:lnTo>
                    <a:pt x="2947" y="4088"/>
                  </a:lnTo>
                  <a:cubicBezTo>
                    <a:pt x="2947" y="2979"/>
                    <a:pt x="3074" y="2853"/>
                    <a:pt x="4183" y="2853"/>
                  </a:cubicBezTo>
                  <a:cubicBezTo>
                    <a:pt x="5767" y="2853"/>
                    <a:pt x="5609" y="2948"/>
                    <a:pt x="5609" y="1395"/>
                  </a:cubicBezTo>
                  <a:cubicBezTo>
                    <a:pt x="5577" y="1046"/>
                    <a:pt x="5609" y="698"/>
                    <a:pt x="5767" y="349"/>
                  </a:cubicBezTo>
                  <a:cubicBezTo>
                    <a:pt x="5989" y="127"/>
                    <a:pt x="6338" y="1"/>
                    <a:pt x="6654" y="64"/>
                  </a:cubicBezTo>
                  <a:lnTo>
                    <a:pt x="13214" y="64"/>
                  </a:lnTo>
                  <a:cubicBezTo>
                    <a:pt x="14069" y="64"/>
                    <a:pt x="14291" y="286"/>
                    <a:pt x="14291" y="1141"/>
                  </a:cubicBezTo>
                  <a:cubicBezTo>
                    <a:pt x="14291" y="1775"/>
                    <a:pt x="14450" y="2409"/>
                    <a:pt x="14101" y="3011"/>
                  </a:cubicBezTo>
                  <a:cubicBezTo>
                    <a:pt x="13847" y="3233"/>
                    <a:pt x="13499" y="3296"/>
                    <a:pt x="13182" y="3265"/>
                  </a:cubicBezTo>
                  <a:lnTo>
                    <a:pt x="9633" y="3265"/>
                  </a:lnTo>
                  <a:cubicBezTo>
                    <a:pt x="8904" y="3265"/>
                    <a:pt x="8873" y="3328"/>
                    <a:pt x="8841" y="4057"/>
                  </a:cubicBezTo>
                  <a:cubicBezTo>
                    <a:pt x="8809" y="4627"/>
                    <a:pt x="8968" y="5229"/>
                    <a:pt x="8651" y="5800"/>
                  </a:cubicBezTo>
                  <a:cubicBezTo>
                    <a:pt x="8429" y="5990"/>
                    <a:pt x="8144" y="6053"/>
                    <a:pt x="7859" y="6021"/>
                  </a:cubicBezTo>
                  <a:lnTo>
                    <a:pt x="6686" y="6021"/>
                  </a:lnTo>
                  <a:cubicBezTo>
                    <a:pt x="6274" y="6021"/>
                    <a:pt x="5989" y="6211"/>
                    <a:pt x="5989" y="6655"/>
                  </a:cubicBezTo>
                  <a:cubicBezTo>
                    <a:pt x="5989" y="8556"/>
                    <a:pt x="5831" y="8239"/>
                    <a:pt x="7542" y="8271"/>
                  </a:cubicBezTo>
                  <a:cubicBezTo>
                    <a:pt x="7922" y="8271"/>
                    <a:pt x="8302" y="8208"/>
                    <a:pt x="8619" y="8493"/>
                  </a:cubicBezTo>
                  <a:cubicBezTo>
                    <a:pt x="8936" y="9063"/>
                    <a:pt x="8746" y="9697"/>
                    <a:pt x="8809" y="10267"/>
                  </a:cubicBezTo>
                  <a:cubicBezTo>
                    <a:pt x="8809" y="10584"/>
                    <a:pt x="8809" y="10933"/>
                    <a:pt x="8809" y="11250"/>
                  </a:cubicBezTo>
                  <a:cubicBezTo>
                    <a:pt x="8809" y="12739"/>
                    <a:pt x="8809" y="14228"/>
                    <a:pt x="8809" y="15718"/>
                  </a:cubicBezTo>
                  <a:cubicBezTo>
                    <a:pt x="8809" y="16478"/>
                    <a:pt x="8841" y="16510"/>
                    <a:pt x="9601" y="16510"/>
                  </a:cubicBezTo>
                  <a:lnTo>
                    <a:pt x="13055" y="16510"/>
                  </a:lnTo>
                  <a:cubicBezTo>
                    <a:pt x="13752" y="16510"/>
                    <a:pt x="13847" y="16447"/>
                    <a:pt x="13847" y="15686"/>
                  </a:cubicBezTo>
                  <a:lnTo>
                    <a:pt x="13847" y="9570"/>
                  </a:lnTo>
                  <a:cubicBezTo>
                    <a:pt x="13847" y="8746"/>
                    <a:pt x="13752" y="8683"/>
                    <a:pt x="12897" y="8683"/>
                  </a:cubicBezTo>
                  <a:lnTo>
                    <a:pt x="11249" y="8683"/>
                  </a:lnTo>
                  <a:cubicBezTo>
                    <a:pt x="10615" y="8715"/>
                    <a:pt x="9982" y="8683"/>
                    <a:pt x="9348" y="8683"/>
                  </a:cubicBezTo>
                  <a:cubicBezTo>
                    <a:pt x="9063" y="8715"/>
                    <a:pt x="8809" y="8651"/>
                    <a:pt x="8587" y="8461"/>
                  </a:cubicBezTo>
                  <a:cubicBezTo>
                    <a:pt x="8270" y="7637"/>
                    <a:pt x="8270" y="6687"/>
                    <a:pt x="8556" y="5831"/>
                  </a:cubicBezTo>
                  <a:cubicBezTo>
                    <a:pt x="8841" y="5641"/>
                    <a:pt x="9189" y="5546"/>
                    <a:pt x="9506" y="5609"/>
                  </a:cubicBezTo>
                  <a:lnTo>
                    <a:pt x="13024" y="5609"/>
                  </a:lnTo>
                  <a:cubicBezTo>
                    <a:pt x="13752" y="5609"/>
                    <a:pt x="13784" y="5546"/>
                    <a:pt x="13816" y="4817"/>
                  </a:cubicBezTo>
                  <a:cubicBezTo>
                    <a:pt x="13879" y="4215"/>
                    <a:pt x="13657" y="3550"/>
                    <a:pt x="14038" y="3011"/>
                  </a:cubicBezTo>
                  <a:cubicBezTo>
                    <a:pt x="14323" y="2821"/>
                    <a:pt x="14640" y="2758"/>
                    <a:pt x="14925" y="2821"/>
                  </a:cubicBezTo>
                  <a:lnTo>
                    <a:pt x="26903" y="2821"/>
                  </a:lnTo>
                  <a:cubicBezTo>
                    <a:pt x="27188" y="2789"/>
                    <a:pt x="27473" y="2821"/>
                    <a:pt x="27758" y="2948"/>
                  </a:cubicBezTo>
                  <a:cubicBezTo>
                    <a:pt x="28139" y="3486"/>
                    <a:pt x="27948" y="4057"/>
                    <a:pt x="27948" y="4627"/>
                  </a:cubicBezTo>
                  <a:cubicBezTo>
                    <a:pt x="27980" y="5609"/>
                    <a:pt x="27948" y="5609"/>
                    <a:pt x="28962" y="5609"/>
                  </a:cubicBezTo>
                  <a:lnTo>
                    <a:pt x="32353" y="5609"/>
                  </a:lnTo>
                  <a:cubicBezTo>
                    <a:pt x="32638" y="5578"/>
                    <a:pt x="32955" y="5641"/>
                    <a:pt x="33209" y="5831"/>
                  </a:cubicBezTo>
                  <a:cubicBezTo>
                    <a:pt x="33525" y="6655"/>
                    <a:pt x="33557" y="7574"/>
                    <a:pt x="33272" y="8461"/>
                  </a:cubicBezTo>
                  <a:cubicBezTo>
                    <a:pt x="33050" y="8620"/>
                    <a:pt x="32765" y="8715"/>
                    <a:pt x="32480" y="8683"/>
                  </a:cubicBezTo>
                  <a:cubicBezTo>
                    <a:pt x="31814" y="8683"/>
                    <a:pt x="31149" y="8683"/>
                    <a:pt x="30483" y="8715"/>
                  </a:cubicBezTo>
                  <a:cubicBezTo>
                    <a:pt x="29850" y="8651"/>
                    <a:pt x="29216" y="8683"/>
                    <a:pt x="28582" y="8683"/>
                  </a:cubicBezTo>
                  <a:cubicBezTo>
                    <a:pt x="28170" y="8683"/>
                    <a:pt x="27980" y="8873"/>
                    <a:pt x="27980" y="9285"/>
                  </a:cubicBezTo>
                  <a:lnTo>
                    <a:pt x="27980" y="11313"/>
                  </a:lnTo>
                  <a:cubicBezTo>
                    <a:pt x="28012" y="12771"/>
                    <a:pt x="27980" y="14197"/>
                    <a:pt x="27980" y="15623"/>
                  </a:cubicBezTo>
                  <a:cubicBezTo>
                    <a:pt x="27980" y="16478"/>
                    <a:pt x="28044" y="16510"/>
                    <a:pt x="28899" y="16510"/>
                  </a:cubicBezTo>
                  <a:lnTo>
                    <a:pt x="32226" y="16510"/>
                  </a:lnTo>
                  <a:cubicBezTo>
                    <a:pt x="32955" y="16510"/>
                    <a:pt x="33018" y="16447"/>
                    <a:pt x="33018" y="15718"/>
                  </a:cubicBezTo>
                  <a:lnTo>
                    <a:pt x="33018" y="9507"/>
                  </a:lnTo>
                  <a:cubicBezTo>
                    <a:pt x="32955" y="9158"/>
                    <a:pt x="33018" y="8842"/>
                    <a:pt x="33177" y="8525"/>
                  </a:cubicBezTo>
                  <a:cubicBezTo>
                    <a:pt x="33399" y="8335"/>
                    <a:pt x="33684" y="8239"/>
                    <a:pt x="33969" y="8303"/>
                  </a:cubicBezTo>
                  <a:lnTo>
                    <a:pt x="35142" y="8303"/>
                  </a:lnTo>
                  <a:cubicBezTo>
                    <a:pt x="35553" y="8303"/>
                    <a:pt x="35649" y="8113"/>
                    <a:pt x="35680" y="7764"/>
                  </a:cubicBezTo>
                  <a:cubicBezTo>
                    <a:pt x="35839" y="6116"/>
                    <a:pt x="35807" y="6053"/>
                    <a:pt x="34159" y="6053"/>
                  </a:cubicBezTo>
                  <a:cubicBezTo>
                    <a:pt x="33811" y="6085"/>
                    <a:pt x="33494" y="6021"/>
                    <a:pt x="33209" y="5831"/>
                  </a:cubicBezTo>
                  <a:cubicBezTo>
                    <a:pt x="32860" y="5324"/>
                    <a:pt x="33018" y="4722"/>
                    <a:pt x="33018" y="4183"/>
                  </a:cubicBezTo>
                  <a:cubicBezTo>
                    <a:pt x="32987" y="3265"/>
                    <a:pt x="32987" y="3265"/>
                    <a:pt x="32100" y="3233"/>
                  </a:cubicBezTo>
                  <a:cubicBezTo>
                    <a:pt x="31497" y="3233"/>
                    <a:pt x="30895" y="3391"/>
                    <a:pt x="30357" y="3043"/>
                  </a:cubicBezTo>
                  <a:cubicBezTo>
                    <a:pt x="30072" y="2251"/>
                    <a:pt x="30198" y="1427"/>
                    <a:pt x="30262" y="603"/>
                  </a:cubicBezTo>
                  <a:cubicBezTo>
                    <a:pt x="30293" y="318"/>
                    <a:pt x="30547" y="64"/>
                    <a:pt x="30864" y="96"/>
                  </a:cubicBezTo>
                  <a:cubicBezTo>
                    <a:pt x="32480" y="1"/>
                    <a:pt x="34096" y="1"/>
                    <a:pt x="35712" y="96"/>
                  </a:cubicBezTo>
                  <a:cubicBezTo>
                    <a:pt x="35775" y="127"/>
                    <a:pt x="35839" y="159"/>
                    <a:pt x="35870" y="191"/>
                  </a:cubicBezTo>
                  <a:cubicBezTo>
                    <a:pt x="36219" y="730"/>
                    <a:pt x="36060" y="1332"/>
                    <a:pt x="36092" y="1870"/>
                  </a:cubicBezTo>
                  <a:cubicBezTo>
                    <a:pt x="36124" y="2789"/>
                    <a:pt x="36124" y="2821"/>
                    <a:pt x="37011" y="2821"/>
                  </a:cubicBezTo>
                  <a:cubicBezTo>
                    <a:pt x="37043" y="2821"/>
                    <a:pt x="37043" y="2821"/>
                    <a:pt x="37074" y="2821"/>
                  </a:cubicBezTo>
                  <a:cubicBezTo>
                    <a:pt x="38881" y="2821"/>
                    <a:pt x="38881" y="2821"/>
                    <a:pt x="38881" y="4690"/>
                  </a:cubicBezTo>
                  <a:lnTo>
                    <a:pt x="38881" y="12802"/>
                  </a:lnTo>
                  <a:cubicBezTo>
                    <a:pt x="38849" y="13088"/>
                    <a:pt x="38881" y="13405"/>
                    <a:pt x="39007" y="13721"/>
                  </a:cubicBezTo>
                  <a:cubicBezTo>
                    <a:pt x="39134" y="13880"/>
                    <a:pt x="39388" y="13943"/>
                    <a:pt x="39609" y="13912"/>
                  </a:cubicBezTo>
                  <a:lnTo>
                    <a:pt x="40655" y="13912"/>
                  </a:lnTo>
                  <a:cubicBezTo>
                    <a:pt x="41352" y="13943"/>
                    <a:pt x="41511" y="14070"/>
                    <a:pt x="41511" y="14767"/>
                  </a:cubicBezTo>
                  <a:cubicBezTo>
                    <a:pt x="41542" y="16352"/>
                    <a:pt x="41542" y="17936"/>
                    <a:pt x="41511" y="19520"/>
                  </a:cubicBezTo>
                  <a:cubicBezTo>
                    <a:pt x="41479" y="20408"/>
                    <a:pt x="41701" y="21326"/>
                    <a:pt x="41384" y="22214"/>
                  </a:cubicBezTo>
                  <a:close/>
                </a:path>
              </a:pathLst>
            </a:custGeom>
            <a:solidFill>
              <a:srgbClr val="A166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4120697" y="458300"/>
              <a:ext cx="825664" cy="498040"/>
            </a:xfrm>
            <a:custGeom>
              <a:avLst/>
              <a:gdLst/>
              <a:ahLst/>
              <a:cxnLst/>
              <a:rect l="l" t="t" r="r" b="b"/>
              <a:pathLst>
                <a:path w="41449" h="25002" extrusionOk="0">
                  <a:moveTo>
                    <a:pt x="191" y="16510"/>
                  </a:moveTo>
                  <a:lnTo>
                    <a:pt x="191" y="15749"/>
                  </a:lnTo>
                  <a:lnTo>
                    <a:pt x="191" y="10109"/>
                  </a:lnTo>
                  <a:cubicBezTo>
                    <a:pt x="128" y="9507"/>
                    <a:pt x="159" y="8936"/>
                    <a:pt x="286" y="8366"/>
                  </a:cubicBezTo>
                  <a:cubicBezTo>
                    <a:pt x="856" y="8302"/>
                    <a:pt x="1427" y="8271"/>
                    <a:pt x="1997" y="8302"/>
                  </a:cubicBezTo>
                  <a:lnTo>
                    <a:pt x="2472" y="8302"/>
                  </a:lnTo>
                  <a:cubicBezTo>
                    <a:pt x="2916" y="8302"/>
                    <a:pt x="2948" y="8302"/>
                    <a:pt x="2948" y="7827"/>
                  </a:cubicBezTo>
                  <a:lnTo>
                    <a:pt x="2948" y="6148"/>
                  </a:lnTo>
                  <a:cubicBezTo>
                    <a:pt x="2948" y="5546"/>
                    <a:pt x="2948" y="5514"/>
                    <a:pt x="3550" y="5514"/>
                  </a:cubicBezTo>
                  <a:cubicBezTo>
                    <a:pt x="4152" y="5514"/>
                    <a:pt x="4659" y="5514"/>
                    <a:pt x="5198" y="5514"/>
                  </a:cubicBezTo>
                  <a:cubicBezTo>
                    <a:pt x="5546" y="5514"/>
                    <a:pt x="5705" y="5451"/>
                    <a:pt x="5673" y="5070"/>
                  </a:cubicBezTo>
                  <a:cubicBezTo>
                    <a:pt x="5641" y="4563"/>
                    <a:pt x="5673" y="4025"/>
                    <a:pt x="5673" y="3486"/>
                  </a:cubicBezTo>
                  <a:cubicBezTo>
                    <a:pt x="5673" y="2757"/>
                    <a:pt x="5609" y="2821"/>
                    <a:pt x="6307" y="2821"/>
                  </a:cubicBezTo>
                  <a:lnTo>
                    <a:pt x="11282" y="2821"/>
                  </a:lnTo>
                  <a:lnTo>
                    <a:pt x="13088" y="2821"/>
                  </a:lnTo>
                  <a:cubicBezTo>
                    <a:pt x="13943" y="2821"/>
                    <a:pt x="13880" y="2916"/>
                    <a:pt x="13880" y="1965"/>
                  </a:cubicBezTo>
                  <a:lnTo>
                    <a:pt x="13880" y="381"/>
                  </a:lnTo>
                  <a:cubicBezTo>
                    <a:pt x="13880" y="127"/>
                    <a:pt x="13975" y="32"/>
                    <a:pt x="14228" y="32"/>
                  </a:cubicBezTo>
                  <a:lnTo>
                    <a:pt x="14704" y="32"/>
                  </a:lnTo>
                  <a:lnTo>
                    <a:pt x="24020" y="32"/>
                  </a:lnTo>
                  <a:cubicBezTo>
                    <a:pt x="24147" y="64"/>
                    <a:pt x="24273" y="64"/>
                    <a:pt x="24432" y="32"/>
                  </a:cubicBezTo>
                  <a:cubicBezTo>
                    <a:pt x="24717" y="0"/>
                    <a:pt x="24876" y="127"/>
                    <a:pt x="24844" y="444"/>
                  </a:cubicBezTo>
                  <a:cubicBezTo>
                    <a:pt x="24844" y="1046"/>
                    <a:pt x="24844" y="1680"/>
                    <a:pt x="24844" y="2314"/>
                  </a:cubicBezTo>
                  <a:cubicBezTo>
                    <a:pt x="24844" y="2821"/>
                    <a:pt x="24876" y="2821"/>
                    <a:pt x="25383" y="2821"/>
                  </a:cubicBezTo>
                  <a:lnTo>
                    <a:pt x="32354" y="2821"/>
                  </a:lnTo>
                  <a:cubicBezTo>
                    <a:pt x="33178" y="2821"/>
                    <a:pt x="33083" y="2757"/>
                    <a:pt x="33083" y="3518"/>
                  </a:cubicBezTo>
                  <a:lnTo>
                    <a:pt x="33083" y="4849"/>
                  </a:lnTo>
                  <a:cubicBezTo>
                    <a:pt x="33083" y="5577"/>
                    <a:pt x="33019" y="5482"/>
                    <a:pt x="33780" y="5514"/>
                  </a:cubicBezTo>
                  <a:lnTo>
                    <a:pt x="35301" y="5514"/>
                  </a:lnTo>
                  <a:cubicBezTo>
                    <a:pt x="35808" y="5514"/>
                    <a:pt x="35776" y="5514"/>
                    <a:pt x="35776" y="5989"/>
                  </a:cubicBezTo>
                  <a:lnTo>
                    <a:pt x="35776" y="7700"/>
                  </a:lnTo>
                  <a:cubicBezTo>
                    <a:pt x="35776" y="8302"/>
                    <a:pt x="35776" y="8271"/>
                    <a:pt x="36315" y="8271"/>
                  </a:cubicBezTo>
                  <a:lnTo>
                    <a:pt x="40434" y="8271"/>
                  </a:lnTo>
                  <a:lnTo>
                    <a:pt x="40846" y="8271"/>
                  </a:lnTo>
                  <a:cubicBezTo>
                    <a:pt x="41100" y="8239"/>
                    <a:pt x="41258" y="8334"/>
                    <a:pt x="41226" y="8651"/>
                  </a:cubicBezTo>
                  <a:cubicBezTo>
                    <a:pt x="41226" y="8778"/>
                    <a:pt x="41226" y="8936"/>
                    <a:pt x="41226" y="9095"/>
                  </a:cubicBezTo>
                  <a:lnTo>
                    <a:pt x="41226" y="16478"/>
                  </a:lnTo>
                  <a:cubicBezTo>
                    <a:pt x="41290" y="16573"/>
                    <a:pt x="41321" y="16636"/>
                    <a:pt x="41353" y="16731"/>
                  </a:cubicBezTo>
                  <a:cubicBezTo>
                    <a:pt x="41448" y="18347"/>
                    <a:pt x="41448" y="19995"/>
                    <a:pt x="41353" y="21643"/>
                  </a:cubicBezTo>
                  <a:cubicBezTo>
                    <a:pt x="41353" y="22087"/>
                    <a:pt x="40941" y="22182"/>
                    <a:pt x="40561" y="22182"/>
                  </a:cubicBezTo>
                  <a:cubicBezTo>
                    <a:pt x="39737" y="22213"/>
                    <a:pt x="38913" y="22182"/>
                    <a:pt x="38089" y="22182"/>
                  </a:cubicBezTo>
                  <a:lnTo>
                    <a:pt x="33843" y="22182"/>
                  </a:lnTo>
                  <a:cubicBezTo>
                    <a:pt x="33051" y="22182"/>
                    <a:pt x="32861" y="21991"/>
                    <a:pt x="32829" y="21199"/>
                  </a:cubicBezTo>
                  <a:cubicBezTo>
                    <a:pt x="32829" y="19995"/>
                    <a:pt x="32829" y="18759"/>
                    <a:pt x="32829" y="17555"/>
                  </a:cubicBezTo>
                  <a:cubicBezTo>
                    <a:pt x="32829" y="16826"/>
                    <a:pt x="32766" y="16763"/>
                    <a:pt x="32037" y="16731"/>
                  </a:cubicBezTo>
                  <a:cubicBezTo>
                    <a:pt x="31467" y="16700"/>
                    <a:pt x="30896" y="16858"/>
                    <a:pt x="30357" y="16573"/>
                  </a:cubicBezTo>
                  <a:cubicBezTo>
                    <a:pt x="29946" y="16224"/>
                    <a:pt x="30104" y="15749"/>
                    <a:pt x="30072" y="15337"/>
                  </a:cubicBezTo>
                  <a:cubicBezTo>
                    <a:pt x="30072" y="13816"/>
                    <a:pt x="30199" y="13943"/>
                    <a:pt x="28678" y="13943"/>
                  </a:cubicBezTo>
                  <a:cubicBezTo>
                    <a:pt x="27854" y="13943"/>
                    <a:pt x="27822" y="13943"/>
                    <a:pt x="27822" y="14767"/>
                  </a:cubicBezTo>
                  <a:cubicBezTo>
                    <a:pt x="27822" y="16510"/>
                    <a:pt x="27664" y="16319"/>
                    <a:pt x="29343" y="16319"/>
                  </a:cubicBezTo>
                  <a:cubicBezTo>
                    <a:pt x="29692" y="16319"/>
                    <a:pt x="30041" y="16256"/>
                    <a:pt x="30326" y="16573"/>
                  </a:cubicBezTo>
                  <a:cubicBezTo>
                    <a:pt x="30484" y="16826"/>
                    <a:pt x="30516" y="17112"/>
                    <a:pt x="30484" y="17397"/>
                  </a:cubicBezTo>
                  <a:lnTo>
                    <a:pt x="30484" y="23734"/>
                  </a:lnTo>
                  <a:cubicBezTo>
                    <a:pt x="30484" y="24812"/>
                    <a:pt x="30294" y="25002"/>
                    <a:pt x="29248" y="25002"/>
                  </a:cubicBezTo>
                  <a:lnTo>
                    <a:pt x="12169" y="25002"/>
                  </a:lnTo>
                  <a:cubicBezTo>
                    <a:pt x="11091" y="25002"/>
                    <a:pt x="10901" y="24812"/>
                    <a:pt x="10901" y="23766"/>
                  </a:cubicBezTo>
                  <a:lnTo>
                    <a:pt x="10901" y="17428"/>
                  </a:lnTo>
                  <a:cubicBezTo>
                    <a:pt x="10870" y="17143"/>
                    <a:pt x="10933" y="16858"/>
                    <a:pt x="11060" y="16605"/>
                  </a:cubicBezTo>
                  <a:cubicBezTo>
                    <a:pt x="11408" y="16193"/>
                    <a:pt x="11915" y="16319"/>
                    <a:pt x="12359" y="16319"/>
                  </a:cubicBezTo>
                  <a:cubicBezTo>
                    <a:pt x="13848" y="16319"/>
                    <a:pt x="13721" y="16414"/>
                    <a:pt x="13721" y="14957"/>
                  </a:cubicBezTo>
                  <a:cubicBezTo>
                    <a:pt x="13721" y="13943"/>
                    <a:pt x="13690" y="13911"/>
                    <a:pt x="12644" y="13911"/>
                  </a:cubicBezTo>
                  <a:cubicBezTo>
                    <a:pt x="11250" y="13911"/>
                    <a:pt x="11313" y="13816"/>
                    <a:pt x="11313" y="15242"/>
                  </a:cubicBezTo>
                  <a:cubicBezTo>
                    <a:pt x="11313" y="15686"/>
                    <a:pt x="11440" y="16193"/>
                    <a:pt x="11060" y="16573"/>
                  </a:cubicBezTo>
                  <a:cubicBezTo>
                    <a:pt x="10711" y="16731"/>
                    <a:pt x="10331" y="16795"/>
                    <a:pt x="9951" y="16731"/>
                  </a:cubicBezTo>
                  <a:cubicBezTo>
                    <a:pt x="8683" y="16731"/>
                    <a:pt x="8683" y="16731"/>
                    <a:pt x="8683" y="18062"/>
                  </a:cubicBezTo>
                  <a:lnTo>
                    <a:pt x="8683" y="21136"/>
                  </a:lnTo>
                  <a:cubicBezTo>
                    <a:pt x="8683" y="22023"/>
                    <a:pt x="8493" y="22182"/>
                    <a:pt x="7606" y="22182"/>
                  </a:cubicBezTo>
                  <a:cubicBezTo>
                    <a:pt x="5419" y="22213"/>
                    <a:pt x="3233" y="22213"/>
                    <a:pt x="1015" y="22182"/>
                  </a:cubicBezTo>
                  <a:cubicBezTo>
                    <a:pt x="159" y="22182"/>
                    <a:pt x="1" y="22023"/>
                    <a:pt x="1" y="21168"/>
                  </a:cubicBezTo>
                  <a:lnTo>
                    <a:pt x="1" y="17238"/>
                  </a:lnTo>
                  <a:cubicBezTo>
                    <a:pt x="1" y="16985"/>
                    <a:pt x="64" y="16731"/>
                    <a:pt x="191" y="165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4063885" y="1876644"/>
              <a:ext cx="938650" cy="494255"/>
            </a:xfrm>
            <a:custGeom>
              <a:avLst/>
              <a:gdLst/>
              <a:ahLst/>
              <a:cxnLst/>
              <a:rect l="l" t="t" r="r" b="b"/>
              <a:pathLst>
                <a:path w="47121" h="24812" extrusionOk="0">
                  <a:moveTo>
                    <a:pt x="254" y="5482"/>
                  </a:moveTo>
                  <a:cubicBezTo>
                    <a:pt x="254" y="4753"/>
                    <a:pt x="286" y="3993"/>
                    <a:pt x="254" y="3232"/>
                  </a:cubicBezTo>
                  <a:cubicBezTo>
                    <a:pt x="254" y="2884"/>
                    <a:pt x="381" y="2757"/>
                    <a:pt x="730" y="2789"/>
                  </a:cubicBezTo>
                  <a:cubicBezTo>
                    <a:pt x="1300" y="2789"/>
                    <a:pt x="1870" y="2789"/>
                    <a:pt x="2441" y="2789"/>
                  </a:cubicBezTo>
                  <a:cubicBezTo>
                    <a:pt x="3011" y="2789"/>
                    <a:pt x="3043" y="2789"/>
                    <a:pt x="3043" y="2218"/>
                  </a:cubicBezTo>
                  <a:cubicBezTo>
                    <a:pt x="3043" y="1648"/>
                    <a:pt x="3043" y="1014"/>
                    <a:pt x="3043" y="412"/>
                  </a:cubicBezTo>
                  <a:cubicBezTo>
                    <a:pt x="3043" y="190"/>
                    <a:pt x="3106" y="32"/>
                    <a:pt x="3391" y="32"/>
                  </a:cubicBezTo>
                  <a:cubicBezTo>
                    <a:pt x="5103" y="64"/>
                    <a:pt x="6814" y="0"/>
                    <a:pt x="8557" y="95"/>
                  </a:cubicBezTo>
                  <a:cubicBezTo>
                    <a:pt x="8715" y="381"/>
                    <a:pt x="8778" y="697"/>
                    <a:pt x="8747" y="1046"/>
                  </a:cubicBezTo>
                  <a:lnTo>
                    <a:pt x="8747" y="7162"/>
                  </a:lnTo>
                  <a:cubicBezTo>
                    <a:pt x="8747" y="8017"/>
                    <a:pt x="8778" y="8049"/>
                    <a:pt x="9697" y="8081"/>
                  </a:cubicBezTo>
                  <a:cubicBezTo>
                    <a:pt x="10204" y="8081"/>
                    <a:pt x="10743" y="7986"/>
                    <a:pt x="11282" y="8207"/>
                  </a:cubicBezTo>
                  <a:cubicBezTo>
                    <a:pt x="11345" y="8239"/>
                    <a:pt x="11377" y="8302"/>
                    <a:pt x="11440" y="8398"/>
                  </a:cubicBezTo>
                  <a:cubicBezTo>
                    <a:pt x="11535" y="8905"/>
                    <a:pt x="11567" y="9443"/>
                    <a:pt x="11535" y="9982"/>
                  </a:cubicBezTo>
                  <a:cubicBezTo>
                    <a:pt x="11503" y="10235"/>
                    <a:pt x="11535" y="10489"/>
                    <a:pt x="11630" y="10742"/>
                  </a:cubicBezTo>
                  <a:cubicBezTo>
                    <a:pt x="12074" y="11059"/>
                    <a:pt x="12581" y="10869"/>
                    <a:pt x="13056" y="10901"/>
                  </a:cubicBezTo>
                  <a:cubicBezTo>
                    <a:pt x="14102" y="10933"/>
                    <a:pt x="14197" y="10996"/>
                    <a:pt x="14197" y="12042"/>
                  </a:cubicBezTo>
                  <a:cubicBezTo>
                    <a:pt x="14197" y="13753"/>
                    <a:pt x="14007" y="13531"/>
                    <a:pt x="15750" y="13563"/>
                  </a:cubicBezTo>
                  <a:cubicBezTo>
                    <a:pt x="16098" y="13499"/>
                    <a:pt x="16447" y="13563"/>
                    <a:pt x="16764" y="13721"/>
                  </a:cubicBezTo>
                  <a:cubicBezTo>
                    <a:pt x="17144" y="14228"/>
                    <a:pt x="16954" y="14830"/>
                    <a:pt x="16985" y="15400"/>
                  </a:cubicBezTo>
                  <a:cubicBezTo>
                    <a:pt x="17017" y="16351"/>
                    <a:pt x="16985" y="16351"/>
                    <a:pt x="17968" y="16351"/>
                  </a:cubicBezTo>
                  <a:cubicBezTo>
                    <a:pt x="19235" y="16351"/>
                    <a:pt x="19235" y="16351"/>
                    <a:pt x="19235" y="15084"/>
                  </a:cubicBezTo>
                  <a:cubicBezTo>
                    <a:pt x="19235" y="14640"/>
                    <a:pt x="19140" y="14133"/>
                    <a:pt x="19425" y="13721"/>
                  </a:cubicBezTo>
                  <a:cubicBezTo>
                    <a:pt x="19806" y="13468"/>
                    <a:pt x="20218" y="13563"/>
                    <a:pt x="20598" y="13563"/>
                  </a:cubicBezTo>
                  <a:cubicBezTo>
                    <a:pt x="22214" y="13531"/>
                    <a:pt x="22024" y="13689"/>
                    <a:pt x="22055" y="12073"/>
                  </a:cubicBezTo>
                  <a:cubicBezTo>
                    <a:pt x="21992" y="11725"/>
                    <a:pt x="22055" y="11376"/>
                    <a:pt x="22214" y="11059"/>
                  </a:cubicBezTo>
                  <a:cubicBezTo>
                    <a:pt x="23006" y="10774"/>
                    <a:pt x="23798" y="10901"/>
                    <a:pt x="24622" y="10964"/>
                  </a:cubicBezTo>
                  <a:cubicBezTo>
                    <a:pt x="24971" y="10964"/>
                    <a:pt x="25066" y="11281"/>
                    <a:pt x="25066" y="11566"/>
                  </a:cubicBezTo>
                  <a:cubicBezTo>
                    <a:pt x="25097" y="11978"/>
                    <a:pt x="25066" y="12358"/>
                    <a:pt x="25066" y="12770"/>
                  </a:cubicBezTo>
                  <a:cubicBezTo>
                    <a:pt x="25066" y="12992"/>
                    <a:pt x="25034" y="13246"/>
                    <a:pt x="25256" y="13436"/>
                  </a:cubicBezTo>
                  <a:cubicBezTo>
                    <a:pt x="25700" y="13658"/>
                    <a:pt x="26143" y="13531"/>
                    <a:pt x="26618" y="13563"/>
                  </a:cubicBezTo>
                  <a:cubicBezTo>
                    <a:pt x="26967" y="13594"/>
                    <a:pt x="27347" y="13499"/>
                    <a:pt x="27696" y="13721"/>
                  </a:cubicBezTo>
                  <a:cubicBezTo>
                    <a:pt x="28044" y="14228"/>
                    <a:pt x="27854" y="14798"/>
                    <a:pt x="27886" y="15337"/>
                  </a:cubicBezTo>
                  <a:cubicBezTo>
                    <a:pt x="27918" y="16319"/>
                    <a:pt x="27918" y="16351"/>
                    <a:pt x="28868" y="16351"/>
                  </a:cubicBezTo>
                  <a:cubicBezTo>
                    <a:pt x="30326" y="16351"/>
                    <a:pt x="30294" y="16478"/>
                    <a:pt x="30294" y="14957"/>
                  </a:cubicBezTo>
                  <a:cubicBezTo>
                    <a:pt x="30294" y="14545"/>
                    <a:pt x="30199" y="14101"/>
                    <a:pt x="30453" y="13721"/>
                  </a:cubicBezTo>
                  <a:cubicBezTo>
                    <a:pt x="30833" y="13468"/>
                    <a:pt x="31245" y="13594"/>
                    <a:pt x="31688" y="13563"/>
                  </a:cubicBezTo>
                  <a:cubicBezTo>
                    <a:pt x="32037" y="13594"/>
                    <a:pt x="32417" y="13563"/>
                    <a:pt x="32766" y="13436"/>
                  </a:cubicBezTo>
                  <a:cubicBezTo>
                    <a:pt x="33114" y="13024"/>
                    <a:pt x="32924" y="12517"/>
                    <a:pt x="32956" y="12042"/>
                  </a:cubicBezTo>
                  <a:cubicBezTo>
                    <a:pt x="32988" y="10996"/>
                    <a:pt x="33051" y="10901"/>
                    <a:pt x="34065" y="10901"/>
                  </a:cubicBezTo>
                  <a:cubicBezTo>
                    <a:pt x="35935" y="10901"/>
                    <a:pt x="35713" y="11059"/>
                    <a:pt x="35744" y="9221"/>
                  </a:cubicBezTo>
                  <a:cubicBezTo>
                    <a:pt x="35681" y="8873"/>
                    <a:pt x="35744" y="8556"/>
                    <a:pt x="35935" y="8271"/>
                  </a:cubicBezTo>
                  <a:cubicBezTo>
                    <a:pt x="36315" y="8081"/>
                    <a:pt x="36695" y="8049"/>
                    <a:pt x="37107" y="8081"/>
                  </a:cubicBezTo>
                  <a:cubicBezTo>
                    <a:pt x="38375" y="8081"/>
                    <a:pt x="38375" y="8081"/>
                    <a:pt x="38375" y="6781"/>
                  </a:cubicBezTo>
                  <a:lnTo>
                    <a:pt x="38375" y="1046"/>
                  </a:lnTo>
                  <a:cubicBezTo>
                    <a:pt x="38343" y="729"/>
                    <a:pt x="38406" y="381"/>
                    <a:pt x="38596" y="95"/>
                  </a:cubicBezTo>
                  <a:cubicBezTo>
                    <a:pt x="39642" y="0"/>
                    <a:pt x="40719" y="95"/>
                    <a:pt x="41765" y="64"/>
                  </a:cubicBezTo>
                  <a:lnTo>
                    <a:pt x="43666" y="64"/>
                  </a:lnTo>
                  <a:cubicBezTo>
                    <a:pt x="43952" y="64"/>
                    <a:pt x="44078" y="159"/>
                    <a:pt x="44078" y="476"/>
                  </a:cubicBezTo>
                  <a:lnTo>
                    <a:pt x="44078" y="2187"/>
                  </a:lnTo>
                  <a:cubicBezTo>
                    <a:pt x="44078" y="2757"/>
                    <a:pt x="44078" y="2821"/>
                    <a:pt x="44680" y="2821"/>
                  </a:cubicBezTo>
                  <a:cubicBezTo>
                    <a:pt x="45282" y="2821"/>
                    <a:pt x="45853" y="2821"/>
                    <a:pt x="46487" y="2821"/>
                  </a:cubicBezTo>
                  <a:cubicBezTo>
                    <a:pt x="46772" y="2821"/>
                    <a:pt x="46867" y="2916"/>
                    <a:pt x="46867" y="3201"/>
                  </a:cubicBezTo>
                  <a:lnTo>
                    <a:pt x="46867" y="5546"/>
                  </a:lnTo>
                  <a:cubicBezTo>
                    <a:pt x="47057" y="5799"/>
                    <a:pt x="47120" y="6116"/>
                    <a:pt x="47057" y="6401"/>
                  </a:cubicBezTo>
                  <a:lnTo>
                    <a:pt x="47057" y="18347"/>
                  </a:lnTo>
                  <a:cubicBezTo>
                    <a:pt x="47120" y="18664"/>
                    <a:pt x="47057" y="18981"/>
                    <a:pt x="46867" y="19235"/>
                  </a:cubicBezTo>
                  <a:lnTo>
                    <a:pt x="43286" y="19266"/>
                  </a:lnTo>
                  <a:lnTo>
                    <a:pt x="41892" y="19266"/>
                  </a:lnTo>
                  <a:cubicBezTo>
                    <a:pt x="41417" y="19266"/>
                    <a:pt x="41417" y="19266"/>
                    <a:pt x="41417" y="19742"/>
                  </a:cubicBezTo>
                  <a:lnTo>
                    <a:pt x="41417" y="21326"/>
                  </a:lnTo>
                  <a:cubicBezTo>
                    <a:pt x="41417" y="21992"/>
                    <a:pt x="41417" y="21992"/>
                    <a:pt x="40751" y="21992"/>
                  </a:cubicBezTo>
                  <a:lnTo>
                    <a:pt x="35966" y="21992"/>
                  </a:lnTo>
                  <a:lnTo>
                    <a:pt x="33653" y="21992"/>
                  </a:lnTo>
                  <a:cubicBezTo>
                    <a:pt x="33178" y="21992"/>
                    <a:pt x="33178" y="21992"/>
                    <a:pt x="33178" y="22467"/>
                  </a:cubicBezTo>
                  <a:cubicBezTo>
                    <a:pt x="33178" y="22942"/>
                    <a:pt x="33178" y="23481"/>
                    <a:pt x="33178" y="24020"/>
                  </a:cubicBezTo>
                  <a:cubicBezTo>
                    <a:pt x="33178" y="24812"/>
                    <a:pt x="33273" y="24717"/>
                    <a:pt x="32481" y="24748"/>
                  </a:cubicBezTo>
                  <a:lnTo>
                    <a:pt x="12169" y="24748"/>
                  </a:lnTo>
                  <a:lnTo>
                    <a:pt x="11694" y="24748"/>
                  </a:lnTo>
                  <a:cubicBezTo>
                    <a:pt x="11408" y="24780"/>
                    <a:pt x="11250" y="24653"/>
                    <a:pt x="11282" y="24336"/>
                  </a:cubicBezTo>
                  <a:cubicBezTo>
                    <a:pt x="11282" y="24083"/>
                    <a:pt x="11282" y="23798"/>
                    <a:pt x="11282" y="23544"/>
                  </a:cubicBezTo>
                  <a:cubicBezTo>
                    <a:pt x="11250" y="23069"/>
                    <a:pt x="11503" y="22435"/>
                    <a:pt x="11187" y="22150"/>
                  </a:cubicBezTo>
                  <a:cubicBezTo>
                    <a:pt x="10870" y="21833"/>
                    <a:pt x="10204" y="22023"/>
                    <a:pt x="9729" y="22023"/>
                  </a:cubicBezTo>
                  <a:cubicBezTo>
                    <a:pt x="8620" y="21992"/>
                    <a:pt x="7511" y="22023"/>
                    <a:pt x="6402" y="22023"/>
                  </a:cubicBezTo>
                  <a:cubicBezTo>
                    <a:pt x="5800" y="22023"/>
                    <a:pt x="5800" y="22023"/>
                    <a:pt x="5800" y="21453"/>
                  </a:cubicBezTo>
                  <a:cubicBezTo>
                    <a:pt x="5800" y="20882"/>
                    <a:pt x="5800" y="20375"/>
                    <a:pt x="5800" y="19868"/>
                  </a:cubicBezTo>
                  <a:cubicBezTo>
                    <a:pt x="5800" y="19361"/>
                    <a:pt x="5800" y="19298"/>
                    <a:pt x="5229" y="19298"/>
                  </a:cubicBezTo>
                  <a:lnTo>
                    <a:pt x="983" y="19298"/>
                  </a:lnTo>
                  <a:cubicBezTo>
                    <a:pt x="730" y="19298"/>
                    <a:pt x="508" y="19266"/>
                    <a:pt x="254" y="19266"/>
                  </a:cubicBezTo>
                  <a:cubicBezTo>
                    <a:pt x="96" y="19013"/>
                    <a:pt x="33" y="18696"/>
                    <a:pt x="64" y="18379"/>
                  </a:cubicBezTo>
                  <a:lnTo>
                    <a:pt x="64" y="6433"/>
                  </a:lnTo>
                  <a:cubicBezTo>
                    <a:pt x="1" y="6116"/>
                    <a:pt x="64" y="5767"/>
                    <a:pt x="254" y="54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4015917" y="786522"/>
              <a:ext cx="1036477" cy="333939"/>
            </a:xfrm>
            <a:custGeom>
              <a:avLst/>
              <a:gdLst/>
              <a:ahLst/>
              <a:cxnLst/>
              <a:rect l="l" t="t" r="r" b="b"/>
              <a:pathLst>
                <a:path w="52032" h="16764" extrusionOk="0">
                  <a:moveTo>
                    <a:pt x="16383" y="64"/>
                  </a:moveTo>
                  <a:lnTo>
                    <a:pt x="16383" y="7352"/>
                  </a:lnTo>
                  <a:lnTo>
                    <a:pt x="16383" y="7828"/>
                  </a:lnTo>
                  <a:cubicBezTo>
                    <a:pt x="16383" y="8176"/>
                    <a:pt x="16573" y="8303"/>
                    <a:pt x="16890" y="8303"/>
                  </a:cubicBezTo>
                  <a:lnTo>
                    <a:pt x="17365" y="8303"/>
                  </a:lnTo>
                  <a:lnTo>
                    <a:pt x="29122" y="8303"/>
                  </a:lnTo>
                  <a:cubicBezTo>
                    <a:pt x="30959" y="8303"/>
                    <a:pt x="32829" y="8335"/>
                    <a:pt x="34667" y="8303"/>
                  </a:cubicBezTo>
                  <a:lnTo>
                    <a:pt x="35047" y="8303"/>
                  </a:lnTo>
                  <a:cubicBezTo>
                    <a:pt x="35364" y="8303"/>
                    <a:pt x="35554" y="8176"/>
                    <a:pt x="35554" y="7828"/>
                  </a:cubicBezTo>
                  <a:lnTo>
                    <a:pt x="35554" y="7352"/>
                  </a:lnTo>
                  <a:lnTo>
                    <a:pt x="35554" y="64"/>
                  </a:lnTo>
                  <a:lnTo>
                    <a:pt x="37677" y="64"/>
                  </a:lnTo>
                  <a:cubicBezTo>
                    <a:pt x="38343" y="64"/>
                    <a:pt x="38343" y="64"/>
                    <a:pt x="38343" y="698"/>
                  </a:cubicBezTo>
                  <a:lnTo>
                    <a:pt x="38343" y="4754"/>
                  </a:lnTo>
                  <a:lnTo>
                    <a:pt x="38343" y="5229"/>
                  </a:lnTo>
                  <a:cubicBezTo>
                    <a:pt x="38311" y="5388"/>
                    <a:pt x="38469" y="5514"/>
                    <a:pt x="38628" y="5514"/>
                  </a:cubicBezTo>
                  <a:lnTo>
                    <a:pt x="39040" y="5514"/>
                  </a:lnTo>
                  <a:lnTo>
                    <a:pt x="46138" y="5514"/>
                  </a:lnTo>
                  <a:cubicBezTo>
                    <a:pt x="46328" y="5546"/>
                    <a:pt x="46486" y="5388"/>
                    <a:pt x="46455" y="5198"/>
                  </a:cubicBezTo>
                  <a:lnTo>
                    <a:pt x="46455" y="4405"/>
                  </a:lnTo>
                  <a:cubicBezTo>
                    <a:pt x="46455" y="2948"/>
                    <a:pt x="46486" y="1490"/>
                    <a:pt x="46486" y="33"/>
                  </a:cubicBezTo>
                  <a:lnTo>
                    <a:pt x="48736" y="33"/>
                  </a:lnTo>
                  <a:cubicBezTo>
                    <a:pt x="49243" y="33"/>
                    <a:pt x="49243" y="33"/>
                    <a:pt x="49243" y="571"/>
                  </a:cubicBezTo>
                  <a:cubicBezTo>
                    <a:pt x="49243" y="1110"/>
                    <a:pt x="49275" y="1712"/>
                    <a:pt x="49243" y="2282"/>
                  </a:cubicBezTo>
                  <a:cubicBezTo>
                    <a:pt x="49243" y="2663"/>
                    <a:pt x="49370" y="2758"/>
                    <a:pt x="49718" y="2726"/>
                  </a:cubicBezTo>
                  <a:lnTo>
                    <a:pt x="51620" y="2726"/>
                  </a:lnTo>
                  <a:cubicBezTo>
                    <a:pt x="51905" y="2726"/>
                    <a:pt x="52032" y="2821"/>
                    <a:pt x="52032" y="3138"/>
                  </a:cubicBezTo>
                  <a:cubicBezTo>
                    <a:pt x="52000" y="4849"/>
                    <a:pt x="52000" y="6560"/>
                    <a:pt x="52000" y="8240"/>
                  </a:cubicBezTo>
                  <a:cubicBezTo>
                    <a:pt x="51715" y="8398"/>
                    <a:pt x="51398" y="8461"/>
                    <a:pt x="51081" y="8398"/>
                  </a:cubicBezTo>
                  <a:lnTo>
                    <a:pt x="47437" y="8398"/>
                  </a:lnTo>
                  <a:cubicBezTo>
                    <a:pt x="46772" y="8398"/>
                    <a:pt x="46708" y="8493"/>
                    <a:pt x="46676" y="9190"/>
                  </a:cubicBezTo>
                  <a:lnTo>
                    <a:pt x="46676" y="10331"/>
                  </a:lnTo>
                  <a:cubicBezTo>
                    <a:pt x="46645" y="11028"/>
                    <a:pt x="46486" y="11187"/>
                    <a:pt x="45789" y="11187"/>
                  </a:cubicBezTo>
                  <a:cubicBezTo>
                    <a:pt x="44712" y="11218"/>
                    <a:pt x="43603" y="11187"/>
                    <a:pt x="42525" y="11187"/>
                  </a:cubicBezTo>
                  <a:cubicBezTo>
                    <a:pt x="41099" y="11187"/>
                    <a:pt x="41226" y="11123"/>
                    <a:pt x="41226" y="12486"/>
                  </a:cubicBezTo>
                  <a:cubicBezTo>
                    <a:pt x="41226" y="12866"/>
                    <a:pt x="41321" y="13341"/>
                    <a:pt x="41004" y="13658"/>
                  </a:cubicBezTo>
                  <a:lnTo>
                    <a:pt x="36156" y="13658"/>
                  </a:lnTo>
                  <a:cubicBezTo>
                    <a:pt x="35586" y="13658"/>
                    <a:pt x="35586" y="13658"/>
                    <a:pt x="35554" y="14260"/>
                  </a:cubicBezTo>
                  <a:lnTo>
                    <a:pt x="35554" y="16415"/>
                  </a:lnTo>
                  <a:cubicBezTo>
                    <a:pt x="34699" y="16732"/>
                    <a:pt x="33748" y="16764"/>
                    <a:pt x="32861" y="16447"/>
                  </a:cubicBezTo>
                  <a:lnTo>
                    <a:pt x="29945" y="16447"/>
                  </a:lnTo>
                  <a:lnTo>
                    <a:pt x="19172" y="16447"/>
                  </a:lnTo>
                  <a:lnTo>
                    <a:pt x="19172" y="16447"/>
                  </a:lnTo>
                  <a:cubicBezTo>
                    <a:pt x="19172" y="15655"/>
                    <a:pt x="19140" y="14926"/>
                    <a:pt x="19172" y="14134"/>
                  </a:cubicBezTo>
                  <a:cubicBezTo>
                    <a:pt x="19172" y="13848"/>
                    <a:pt x="19077" y="13690"/>
                    <a:pt x="18760" y="13690"/>
                  </a:cubicBezTo>
                  <a:cubicBezTo>
                    <a:pt x="16161" y="13722"/>
                    <a:pt x="13563" y="13658"/>
                    <a:pt x="10965" y="13722"/>
                  </a:cubicBezTo>
                  <a:cubicBezTo>
                    <a:pt x="10711" y="13531"/>
                    <a:pt x="10743" y="13246"/>
                    <a:pt x="10711" y="12993"/>
                  </a:cubicBezTo>
                  <a:lnTo>
                    <a:pt x="10711" y="11852"/>
                  </a:lnTo>
                  <a:cubicBezTo>
                    <a:pt x="10743" y="11377"/>
                    <a:pt x="10521" y="11187"/>
                    <a:pt x="10046" y="11187"/>
                  </a:cubicBezTo>
                  <a:lnTo>
                    <a:pt x="6402" y="11187"/>
                  </a:lnTo>
                  <a:cubicBezTo>
                    <a:pt x="5388" y="11187"/>
                    <a:pt x="5292" y="11092"/>
                    <a:pt x="5261" y="10046"/>
                  </a:cubicBezTo>
                  <a:cubicBezTo>
                    <a:pt x="5261" y="8271"/>
                    <a:pt x="5483" y="8398"/>
                    <a:pt x="3645" y="8398"/>
                  </a:cubicBezTo>
                  <a:lnTo>
                    <a:pt x="856" y="8398"/>
                  </a:lnTo>
                  <a:cubicBezTo>
                    <a:pt x="571" y="8430"/>
                    <a:pt x="286" y="8366"/>
                    <a:pt x="32" y="8240"/>
                  </a:cubicBezTo>
                  <a:cubicBezTo>
                    <a:pt x="32" y="6529"/>
                    <a:pt x="32" y="4817"/>
                    <a:pt x="1" y="3106"/>
                  </a:cubicBezTo>
                  <a:cubicBezTo>
                    <a:pt x="1" y="2853"/>
                    <a:pt x="96" y="2726"/>
                    <a:pt x="413" y="2726"/>
                  </a:cubicBezTo>
                  <a:lnTo>
                    <a:pt x="2250" y="2726"/>
                  </a:lnTo>
                  <a:cubicBezTo>
                    <a:pt x="2599" y="2726"/>
                    <a:pt x="2726" y="2631"/>
                    <a:pt x="2726" y="2282"/>
                  </a:cubicBezTo>
                  <a:cubicBezTo>
                    <a:pt x="2694" y="1680"/>
                    <a:pt x="2726" y="1078"/>
                    <a:pt x="2726" y="476"/>
                  </a:cubicBezTo>
                  <a:cubicBezTo>
                    <a:pt x="2726" y="159"/>
                    <a:pt x="2821" y="1"/>
                    <a:pt x="3169" y="33"/>
                  </a:cubicBezTo>
                  <a:lnTo>
                    <a:pt x="5483" y="33"/>
                  </a:lnTo>
                  <a:cubicBezTo>
                    <a:pt x="5483" y="1490"/>
                    <a:pt x="5483" y="2979"/>
                    <a:pt x="5514" y="4469"/>
                  </a:cubicBezTo>
                  <a:lnTo>
                    <a:pt x="5514" y="4849"/>
                  </a:lnTo>
                  <a:cubicBezTo>
                    <a:pt x="5514" y="5514"/>
                    <a:pt x="5514" y="5514"/>
                    <a:pt x="6180" y="5514"/>
                  </a:cubicBezTo>
                  <a:lnTo>
                    <a:pt x="13119" y="5514"/>
                  </a:lnTo>
                  <a:cubicBezTo>
                    <a:pt x="13721" y="5514"/>
                    <a:pt x="13721" y="5514"/>
                    <a:pt x="13721" y="4881"/>
                  </a:cubicBezTo>
                  <a:lnTo>
                    <a:pt x="13721" y="761"/>
                  </a:lnTo>
                  <a:cubicBezTo>
                    <a:pt x="13721" y="64"/>
                    <a:pt x="13721" y="64"/>
                    <a:pt x="14387" y="64"/>
                  </a:cubicBezTo>
                  <a:lnTo>
                    <a:pt x="16383" y="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3960380" y="950643"/>
              <a:ext cx="273960" cy="436188"/>
            </a:xfrm>
            <a:custGeom>
              <a:avLst/>
              <a:gdLst/>
              <a:ahLst/>
              <a:cxnLst/>
              <a:rect l="l" t="t" r="r" b="b"/>
              <a:pathLst>
                <a:path w="13753" h="21897" extrusionOk="0">
                  <a:moveTo>
                    <a:pt x="2820" y="1"/>
                  </a:moveTo>
                  <a:lnTo>
                    <a:pt x="7732" y="1"/>
                  </a:lnTo>
                  <a:cubicBezTo>
                    <a:pt x="8271" y="1"/>
                    <a:pt x="8271" y="32"/>
                    <a:pt x="8271" y="571"/>
                  </a:cubicBezTo>
                  <a:cubicBezTo>
                    <a:pt x="8271" y="1141"/>
                    <a:pt x="8271" y="1648"/>
                    <a:pt x="8271" y="2155"/>
                  </a:cubicBezTo>
                  <a:cubicBezTo>
                    <a:pt x="8271" y="2694"/>
                    <a:pt x="8271" y="2757"/>
                    <a:pt x="8841" y="2757"/>
                  </a:cubicBezTo>
                  <a:lnTo>
                    <a:pt x="12802" y="2757"/>
                  </a:lnTo>
                  <a:lnTo>
                    <a:pt x="13214" y="2757"/>
                  </a:lnTo>
                  <a:cubicBezTo>
                    <a:pt x="13721" y="2757"/>
                    <a:pt x="13721" y="2757"/>
                    <a:pt x="13721" y="3296"/>
                  </a:cubicBezTo>
                  <a:cubicBezTo>
                    <a:pt x="13721" y="4025"/>
                    <a:pt x="13721" y="4754"/>
                    <a:pt x="13753" y="5483"/>
                  </a:cubicBezTo>
                  <a:lnTo>
                    <a:pt x="13721" y="7669"/>
                  </a:lnTo>
                  <a:cubicBezTo>
                    <a:pt x="13721" y="8208"/>
                    <a:pt x="13721" y="8208"/>
                    <a:pt x="13182" y="8208"/>
                  </a:cubicBezTo>
                  <a:lnTo>
                    <a:pt x="11408" y="8208"/>
                  </a:lnTo>
                  <a:cubicBezTo>
                    <a:pt x="11122" y="8208"/>
                    <a:pt x="10996" y="8334"/>
                    <a:pt x="10996" y="8620"/>
                  </a:cubicBezTo>
                  <a:lnTo>
                    <a:pt x="10996" y="10141"/>
                  </a:lnTo>
                  <a:lnTo>
                    <a:pt x="10996" y="19108"/>
                  </a:lnTo>
                  <a:cubicBezTo>
                    <a:pt x="10140" y="19298"/>
                    <a:pt x="9285" y="19172"/>
                    <a:pt x="8429" y="19172"/>
                  </a:cubicBezTo>
                  <a:cubicBezTo>
                    <a:pt x="8049" y="19172"/>
                    <a:pt x="8080" y="18791"/>
                    <a:pt x="8049" y="18506"/>
                  </a:cubicBezTo>
                  <a:cubicBezTo>
                    <a:pt x="7985" y="17619"/>
                    <a:pt x="8049" y="16700"/>
                    <a:pt x="8049" y="15813"/>
                  </a:cubicBezTo>
                  <a:lnTo>
                    <a:pt x="8049" y="14418"/>
                  </a:lnTo>
                  <a:cubicBezTo>
                    <a:pt x="8112" y="14102"/>
                    <a:pt x="7859" y="13848"/>
                    <a:pt x="7573" y="13848"/>
                  </a:cubicBezTo>
                  <a:lnTo>
                    <a:pt x="3549" y="13848"/>
                  </a:lnTo>
                  <a:cubicBezTo>
                    <a:pt x="3391" y="13848"/>
                    <a:pt x="3232" y="13911"/>
                    <a:pt x="3137" y="14038"/>
                  </a:cubicBezTo>
                  <a:cubicBezTo>
                    <a:pt x="3042" y="14323"/>
                    <a:pt x="3010" y="14609"/>
                    <a:pt x="3042" y="14894"/>
                  </a:cubicBezTo>
                  <a:lnTo>
                    <a:pt x="3042" y="20819"/>
                  </a:lnTo>
                  <a:cubicBezTo>
                    <a:pt x="3074" y="21168"/>
                    <a:pt x="3042" y="21485"/>
                    <a:pt x="2915" y="21802"/>
                  </a:cubicBezTo>
                  <a:lnTo>
                    <a:pt x="2820" y="21897"/>
                  </a:lnTo>
                  <a:lnTo>
                    <a:pt x="571" y="21897"/>
                  </a:lnTo>
                  <a:cubicBezTo>
                    <a:pt x="32" y="21897"/>
                    <a:pt x="32" y="21897"/>
                    <a:pt x="32" y="21358"/>
                  </a:cubicBezTo>
                  <a:lnTo>
                    <a:pt x="32" y="13721"/>
                  </a:lnTo>
                  <a:lnTo>
                    <a:pt x="32" y="6275"/>
                  </a:lnTo>
                  <a:lnTo>
                    <a:pt x="32" y="5799"/>
                  </a:lnTo>
                  <a:cubicBezTo>
                    <a:pt x="0" y="5514"/>
                    <a:pt x="127" y="5388"/>
                    <a:pt x="412" y="5388"/>
                  </a:cubicBezTo>
                  <a:lnTo>
                    <a:pt x="2218" y="5388"/>
                  </a:lnTo>
                  <a:cubicBezTo>
                    <a:pt x="2820" y="5388"/>
                    <a:pt x="2820" y="5388"/>
                    <a:pt x="2820" y="4817"/>
                  </a:cubicBezTo>
                  <a:lnTo>
                    <a:pt x="2820" y="381"/>
                  </a:lnTo>
                  <a:cubicBezTo>
                    <a:pt x="2789" y="286"/>
                    <a:pt x="2789" y="127"/>
                    <a:pt x="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4831442" y="950005"/>
              <a:ext cx="275235" cy="436826"/>
            </a:xfrm>
            <a:custGeom>
              <a:avLst/>
              <a:gdLst/>
              <a:ahLst/>
              <a:cxnLst/>
              <a:rect l="l" t="t" r="r" b="b"/>
              <a:pathLst>
                <a:path w="13817" h="21929" extrusionOk="0">
                  <a:moveTo>
                    <a:pt x="64" y="5451"/>
                  </a:moveTo>
                  <a:cubicBezTo>
                    <a:pt x="128" y="4722"/>
                    <a:pt x="64" y="3994"/>
                    <a:pt x="96" y="3265"/>
                  </a:cubicBezTo>
                  <a:cubicBezTo>
                    <a:pt x="96" y="2789"/>
                    <a:pt x="96" y="2789"/>
                    <a:pt x="571" y="2789"/>
                  </a:cubicBezTo>
                  <a:lnTo>
                    <a:pt x="4944" y="2789"/>
                  </a:lnTo>
                  <a:cubicBezTo>
                    <a:pt x="5546" y="2789"/>
                    <a:pt x="5546" y="2789"/>
                    <a:pt x="5546" y="2187"/>
                  </a:cubicBezTo>
                  <a:cubicBezTo>
                    <a:pt x="5546" y="1585"/>
                    <a:pt x="5546" y="1142"/>
                    <a:pt x="5546" y="603"/>
                  </a:cubicBezTo>
                  <a:cubicBezTo>
                    <a:pt x="5546" y="96"/>
                    <a:pt x="5546" y="1"/>
                    <a:pt x="6148" y="1"/>
                  </a:cubicBezTo>
                  <a:lnTo>
                    <a:pt x="11060" y="1"/>
                  </a:lnTo>
                  <a:cubicBezTo>
                    <a:pt x="11060" y="1522"/>
                    <a:pt x="11092" y="3043"/>
                    <a:pt x="11092" y="4532"/>
                  </a:cubicBezTo>
                  <a:lnTo>
                    <a:pt x="11092" y="4881"/>
                  </a:lnTo>
                  <a:cubicBezTo>
                    <a:pt x="11092" y="5483"/>
                    <a:pt x="11060" y="5451"/>
                    <a:pt x="11694" y="5451"/>
                  </a:cubicBezTo>
                  <a:lnTo>
                    <a:pt x="13341" y="5451"/>
                  </a:lnTo>
                  <a:cubicBezTo>
                    <a:pt x="13690" y="5451"/>
                    <a:pt x="13785" y="5546"/>
                    <a:pt x="13785" y="5895"/>
                  </a:cubicBezTo>
                  <a:lnTo>
                    <a:pt x="13785" y="10901"/>
                  </a:lnTo>
                  <a:lnTo>
                    <a:pt x="13785" y="21200"/>
                  </a:lnTo>
                  <a:lnTo>
                    <a:pt x="13785" y="21580"/>
                  </a:lnTo>
                  <a:cubicBezTo>
                    <a:pt x="13817" y="21834"/>
                    <a:pt x="13690" y="21929"/>
                    <a:pt x="13437" y="21929"/>
                  </a:cubicBezTo>
                  <a:lnTo>
                    <a:pt x="11123" y="21929"/>
                  </a:lnTo>
                  <a:lnTo>
                    <a:pt x="11028" y="21834"/>
                  </a:lnTo>
                  <a:cubicBezTo>
                    <a:pt x="10933" y="21549"/>
                    <a:pt x="10902" y="21232"/>
                    <a:pt x="10933" y="20915"/>
                  </a:cubicBezTo>
                  <a:lnTo>
                    <a:pt x="10933" y="14736"/>
                  </a:lnTo>
                  <a:cubicBezTo>
                    <a:pt x="10933" y="13943"/>
                    <a:pt x="10870" y="13880"/>
                    <a:pt x="10078" y="13880"/>
                  </a:cubicBezTo>
                  <a:lnTo>
                    <a:pt x="6687" y="13880"/>
                  </a:lnTo>
                  <a:cubicBezTo>
                    <a:pt x="5768" y="13880"/>
                    <a:pt x="5736" y="13912"/>
                    <a:pt x="5736" y="14799"/>
                  </a:cubicBezTo>
                  <a:cubicBezTo>
                    <a:pt x="5736" y="15971"/>
                    <a:pt x="5768" y="17144"/>
                    <a:pt x="5736" y="18316"/>
                  </a:cubicBezTo>
                  <a:cubicBezTo>
                    <a:pt x="5736" y="19172"/>
                    <a:pt x="5641" y="19204"/>
                    <a:pt x="4817" y="19204"/>
                  </a:cubicBezTo>
                  <a:cubicBezTo>
                    <a:pt x="4184" y="19235"/>
                    <a:pt x="3518" y="19204"/>
                    <a:pt x="2885" y="19172"/>
                  </a:cubicBezTo>
                  <a:cubicBezTo>
                    <a:pt x="2885" y="18538"/>
                    <a:pt x="2853" y="17873"/>
                    <a:pt x="2853" y="17239"/>
                  </a:cubicBezTo>
                  <a:lnTo>
                    <a:pt x="2853" y="9064"/>
                  </a:lnTo>
                  <a:lnTo>
                    <a:pt x="2853" y="8588"/>
                  </a:lnTo>
                  <a:cubicBezTo>
                    <a:pt x="2853" y="8335"/>
                    <a:pt x="2758" y="8240"/>
                    <a:pt x="2504" y="8240"/>
                  </a:cubicBezTo>
                  <a:lnTo>
                    <a:pt x="793" y="8240"/>
                  </a:lnTo>
                  <a:cubicBezTo>
                    <a:pt x="1" y="8240"/>
                    <a:pt x="96" y="8303"/>
                    <a:pt x="96" y="7574"/>
                  </a:cubicBezTo>
                  <a:cubicBezTo>
                    <a:pt x="128" y="6877"/>
                    <a:pt x="96" y="6148"/>
                    <a:pt x="64" y="54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4997455" y="1985845"/>
              <a:ext cx="164778" cy="273960"/>
            </a:xfrm>
            <a:custGeom>
              <a:avLst/>
              <a:gdLst/>
              <a:ahLst/>
              <a:cxnLst/>
              <a:rect l="l" t="t" r="r" b="b"/>
              <a:pathLst>
                <a:path w="8272" h="13753" extrusionOk="0">
                  <a:moveTo>
                    <a:pt x="33" y="13721"/>
                  </a:moveTo>
                  <a:cubicBezTo>
                    <a:pt x="1" y="13658"/>
                    <a:pt x="1" y="13594"/>
                    <a:pt x="1" y="13531"/>
                  </a:cubicBezTo>
                  <a:lnTo>
                    <a:pt x="1" y="0"/>
                  </a:lnTo>
                  <a:lnTo>
                    <a:pt x="4659" y="32"/>
                  </a:lnTo>
                  <a:lnTo>
                    <a:pt x="5103" y="32"/>
                  </a:lnTo>
                  <a:cubicBezTo>
                    <a:pt x="5388" y="32"/>
                    <a:pt x="5451" y="159"/>
                    <a:pt x="5451" y="412"/>
                  </a:cubicBezTo>
                  <a:lnTo>
                    <a:pt x="5451" y="2377"/>
                  </a:lnTo>
                  <a:cubicBezTo>
                    <a:pt x="5451" y="2694"/>
                    <a:pt x="5546" y="2820"/>
                    <a:pt x="5863" y="2820"/>
                  </a:cubicBezTo>
                  <a:cubicBezTo>
                    <a:pt x="6497" y="2789"/>
                    <a:pt x="7131" y="2820"/>
                    <a:pt x="7764" y="2820"/>
                  </a:cubicBezTo>
                  <a:cubicBezTo>
                    <a:pt x="8145" y="2820"/>
                    <a:pt x="8240" y="2916"/>
                    <a:pt x="8240" y="3264"/>
                  </a:cubicBezTo>
                  <a:lnTo>
                    <a:pt x="8240" y="7320"/>
                  </a:lnTo>
                  <a:lnTo>
                    <a:pt x="8240" y="13214"/>
                  </a:lnTo>
                  <a:cubicBezTo>
                    <a:pt x="8240" y="13499"/>
                    <a:pt x="8271" y="13753"/>
                    <a:pt x="7828" y="13753"/>
                  </a:cubicBezTo>
                  <a:cubicBezTo>
                    <a:pt x="5261" y="13721"/>
                    <a:pt x="2663" y="13721"/>
                    <a:pt x="33" y="13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3906098" y="1985845"/>
              <a:ext cx="162866" cy="273960"/>
            </a:xfrm>
            <a:custGeom>
              <a:avLst/>
              <a:gdLst/>
              <a:ahLst/>
              <a:cxnLst/>
              <a:rect l="l" t="t" r="r" b="b"/>
              <a:pathLst>
                <a:path w="8176" h="13753" extrusionOk="0">
                  <a:moveTo>
                    <a:pt x="8175" y="0"/>
                  </a:moveTo>
                  <a:lnTo>
                    <a:pt x="8175" y="12865"/>
                  </a:lnTo>
                  <a:cubicBezTo>
                    <a:pt x="8175" y="13151"/>
                    <a:pt x="8175" y="13436"/>
                    <a:pt x="8175" y="13721"/>
                  </a:cubicBezTo>
                  <a:lnTo>
                    <a:pt x="2662" y="13753"/>
                  </a:lnTo>
                  <a:lnTo>
                    <a:pt x="475" y="13753"/>
                  </a:lnTo>
                  <a:cubicBezTo>
                    <a:pt x="0" y="13753"/>
                    <a:pt x="0" y="13721"/>
                    <a:pt x="0" y="13277"/>
                  </a:cubicBezTo>
                  <a:lnTo>
                    <a:pt x="0" y="8746"/>
                  </a:lnTo>
                  <a:lnTo>
                    <a:pt x="0" y="3359"/>
                  </a:lnTo>
                  <a:cubicBezTo>
                    <a:pt x="0" y="2820"/>
                    <a:pt x="0" y="2820"/>
                    <a:pt x="539" y="2820"/>
                  </a:cubicBezTo>
                  <a:lnTo>
                    <a:pt x="2060" y="2820"/>
                  </a:lnTo>
                  <a:cubicBezTo>
                    <a:pt x="2820" y="2820"/>
                    <a:pt x="2725" y="2852"/>
                    <a:pt x="2725" y="2123"/>
                  </a:cubicBezTo>
                  <a:lnTo>
                    <a:pt x="2725" y="602"/>
                  </a:lnTo>
                  <a:cubicBezTo>
                    <a:pt x="2725" y="95"/>
                    <a:pt x="2725" y="32"/>
                    <a:pt x="3264" y="32"/>
                  </a:cubicBezTo>
                  <a:lnTo>
                    <a:pt x="7732" y="32"/>
                  </a:lnTo>
                  <a:cubicBezTo>
                    <a:pt x="7890" y="32"/>
                    <a:pt x="8049" y="32"/>
                    <a:pt x="8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4335952" y="1817302"/>
              <a:ext cx="393898" cy="231052"/>
            </a:xfrm>
            <a:custGeom>
              <a:avLst/>
              <a:gdLst/>
              <a:ahLst/>
              <a:cxnLst/>
              <a:rect l="l" t="t" r="r" b="b"/>
              <a:pathLst>
                <a:path w="19774" h="11599" extrusionOk="0">
                  <a:moveTo>
                    <a:pt x="317" y="3043"/>
                  </a:moveTo>
                  <a:cubicBezTo>
                    <a:pt x="317" y="2124"/>
                    <a:pt x="317" y="1237"/>
                    <a:pt x="349" y="318"/>
                  </a:cubicBezTo>
                  <a:cubicBezTo>
                    <a:pt x="1236" y="32"/>
                    <a:pt x="2218" y="32"/>
                    <a:pt x="3106" y="349"/>
                  </a:cubicBezTo>
                  <a:lnTo>
                    <a:pt x="3106" y="349"/>
                  </a:lnTo>
                  <a:cubicBezTo>
                    <a:pt x="3454" y="856"/>
                    <a:pt x="3296" y="1427"/>
                    <a:pt x="3327" y="1965"/>
                  </a:cubicBezTo>
                  <a:cubicBezTo>
                    <a:pt x="3359" y="2758"/>
                    <a:pt x="3391" y="2789"/>
                    <a:pt x="4151" y="2821"/>
                  </a:cubicBezTo>
                  <a:lnTo>
                    <a:pt x="5292" y="2821"/>
                  </a:lnTo>
                  <a:cubicBezTo>
                    <a:pt x="5672" y="2789"/>
                    <a:pt x="6021" y="3138"/>
                    <a:pt x="5989" y="3518"/>
                  </a:cubicBezTo>
                  <a:lnTo>
                    <a:pt x="5989" y="4976"/>
                  </a:lnTo>
                  <a:cubicBezTo>
                    <a:pt x="5989" y="5419"/>
                    <a:pt x="6148" y="5578"/>
                    <a:pt x="6560" y="5578"/>
                  </a:cubicBezTo>
                  <a:lnTo>
                    <a:pt x="13214" y="5578"/>
                  </a:lnTo>
                  <a:cubicBezTo>
                    <a:pt x="13626" y="5578"/>
                    <a:pt x="13816" y="5419"/>
                    <a:pt x="13816" y="4976"/>
                  </a:cubicBezTo>
                  <a:cubicBezTo>
                    <a:pt x="13816" y="4564"/>
                    <a:pt x="13816" y="4057"/>
                    <a:pt x="13816" y="3581"/>
                  </a:cubicBezTo>
                  <a:cubicBezTo>
                    <a:pt x="13753" y="3138"/>
                    <a:pt x="14133" y="2758"/>
                    <a:pt x="14577" y="2789"/>
                  </a:cubicBezTo>
                  <a:cubicBezTo>
                    <a:pt x="15020" y="2789"/>
                    <a:pt x="15464" y="2789"/>
                    <a:pt x="15907" y="2789"/>
                  </a:cubicBezTo>
                  <a:cubicBezTo>
                    <a:pt x="16414" y="2821"/>
                    <a:pt x="16605" y="2599"/>
                    <a:pt x="16605" y="2092"/>
                  </a:cubicBezTo>
                  <a:cubicBezTo>
                    <a:pt x="16605" y="1490"/>
                    <a:pt x="16446" y="888"/>
                    <a:pt x="16795" y="349"/>
                  </a:cubicBezTo>
                  <a:lnTo>
                    <a:pt x="16795" y="349"/>
                  </a:lnTo>
                  <a:cubicBezTo>
                    <a:pt x="17650" y="32"/>
                    <a:pt x="18601" y="1"/>
                    <a:pt x="19456" y="318"/>
                  </a:cubicBezTo>
                  <a:cubicBezTo>
                    <a:pt x="19456" y="1205"/>
                    <a:pt x="19488" y="2124"/>
                    <a:pt x="19520" y="3011"/>
                  </a:cubicBezTo>
                  <a:cubicBezTo>
                    <a:pt x="19773" y="3930"/>
                    <a:pt x="19773" y="4881"/>
                    <a:pt x="19520" y="5800"/>
                  </a:cubicBezTo>
                  <a:cubicBezTo>
                    <a:pt x="19203" y="5990"/>
                    <a:pt x="18854" y="6053"/>
                    <a:pt x="18506" y="5990"/>
                  </a:cubicBezTo>
                  <a:cubicBezTo>
                    <a:pt x="16795" y="5990"/>
                    <a:pt x="17016" y="5831"/>
                    <a:pt x="17016" y="7542"/>
                  </a:cubicBezTo>
                  <a:cubicBezTo>
                    <a:pt x="17048" y="7859"/>
                    <a:pt x="16985" y="8208"/>
                    <a:pt x="16826" y="8493"/>
                  </a:cubicBezTo>
                  <a:cubicBezTo>
                    <a:pt x="16541" y="8651"/>
                    <a:pt x="16193" y="8715"/>
                    <a:pt x="15876" y="8651"/>
                  </a:cubicBezTo>
                  <a:lnTo>
                    <a:pt x="12422" y="8651"/>
                  </a:lnTo>
                  <a:cubicBezTo>
                    <a:pt x="11598" y="8651"/>
                    <a:pt x="11566" y="8715"/>
                    <a:pt x="11535" y="9507"/>
                  </a:cubicBezTo>
                  <a:cubicBezTo>
                    <a:pt x="11535" y="10077"/>
                    <a:pt x="11661" y="10679"/>
                    <a:pt x="11408" y="11218"/>
                  </a:cubicBezTo>
                  <a:cubicBezTo>
                    <a:pt x="11344" y="11281"/>
                    <a:pt x="11281" y="11345"/>
                    <a:pt x="11218" y="11377"/>
                  </a:cubicBezTo>
                  <a:cubicBezTo>
                    <a:pt x="10299" y="11472"/>
                    <a:pt x="9411" y="11598"/>
                    <a:pt x="8524" y="11281"/>
                  </a:cubicBezTo>
                  <a:cubicBezTo>
                    <a:pt x="8207" y="10711"/>
                    <a:pt x="8366" y="10109"/>
                    <a:pt x="8334" y="9539"/>
                  </a:cubicBezTo>
                  <a:cubicBezTo>
                    <a:pt x="8302" y="8715"/>
                    <a:pt x="8302" y="8683"/>
                    <a:pt x="7479" y="8651"/>
                  </a:cubicBezTo>
                  <a:lnTo>
                    <a:pt x="3993" y="8651"/>
                  </a:lnTo>
                  <a:cubicBezTo>
                    <a:pt x="3676" y="8715"/>
                    <a:pt x="3359" y="8651"/>
                    <a:pt x="3074" y="8525"/>
                  </a:cubicBezTo>
                  <a:cubicBezTo>
                    <a:pt x="2820" y="8176"/>
                    <a:pt x="2884" y="7764"/>
                    <a:pt x="2884" y="7384"/>
                  </a:cubicBezTo>
                  <a:cubicBezTo>
                    <a:pt x="2884" y="5863"/>
                    <a:pt x="3011" y="6021"/>
                    <a:pt x="1490" y="5990"/>
                  </a:cubicBezTo>
                  <a:cubicBezTo>
                    <a:pt x="1078" y="5990"/>
                    <a:pt x="634" y="6085"/>
                    <a:pt x="254" y="5800"/>
                  </a:cubicBezTo>
                  <a:cubicBezTo>
                    <a:pt x="0" y="4881"/>
                    <a:pt x="0" y="3930"/>
                    <a:pt x="317" y="3043"/>
                  </a:cubicBezTo>
                  <a:close/>
                </a:path>
              </a:pathLst>
            </a:custGeom>
            <a:solidFill>
              <a:srgbClr val="A166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4233683" y="1877899"/>
              <a:ext cx="109221" cy="164141"/>
            </a:xfrm>
            <a:custGeom>
              <a:avLst/>
              <a:gdLst/>
              <a:ahLst/>
              <a:cxnLst/>
              <a:rect l="l" t="t" r="r" b="b"/>
              <a:pathLst>
                <a:path w="5483" h="8240" extrusionOk="0">
                  <a:moveTo>
                    <a:pt x="5451" y="1"/>
                  </a:moveTo>
                  <a:lnTo>
                    <a:pt x="5483" y="2726"/>
                  </a:lnTo>
                  <a:lnTo>
                    <a:pt x="5419" y="2821"/>
                  </a:lnTo>
                  <a:cubicBezTo>
                    <a:pt x="4944" y="3074"/>
                    <a:pt x="4405" y="2948"/>
                    <a:pt x="3898" y="2979"/>
                  </a:cubicBezTo>
                  <a:cubicBezTo>
                    <a:pt x="3043" y="2979"/>
                    <a:pt x="3011" y="3011"/>
                    <a:pt x="3011" y="3867"/>
                  </a:cubicBezTo>
                  <a:lnTo>
                    <a:pt x="3011" y="7352"/>
                  </a:lnTo>
                  <a:cubicBezTo>
                    <a:pt x="3043" y="7606"/>
                    <a:pt x="2979" y="7891"/>
                    <a:pt x="2884" y="8144"/>
                  </a:cubicBezTo>
                  <a:lnTo>
                    <a:pt x="2821" y="8239"/>
                  </a:lnTo>
                  <a:lnTo>
                    <a:pt x="476" y="8239"/>
                  </a:lnTo>
                  <a:cubicBezTo>
                    <a:pt x="159" y="8239"/>
                    <a:pt x="1" y="8176"/>
                    <a:pt x="1" y="7796"/>
                  </a:cubicBezTo>
                  <a:cubicBezTo>
                    <a:pt x="1" y="5197"/>
                    <a:pt x="1" y="2631"/>
                    <a:pt x="33" y="32"/>
                  </a:cubicBezTo>
                  <a:lnTo>
                    <a:pt x="4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4724153" y="1877899"/>
              <a:ext cx="109221" cy="163503"/>
            </a:xfrm>
            <a:custGeom>
              <a:avLst/>
              <a:gdLst/>
              <a:ahLst/>
              <a:cxnLst/>
              <a:rect l="l" t="t" r="r" b="b"/>
              <a:pathLst>
                <a:path w="5483" h="8208" extrusionOk="0">
                  <a:moveTo>
                    <a:pt x="0" y="2758"/>
                  </a:moveTo>
                  <a:cubicBezTo>
                    <a:pt x="0" y="1839"/>
                    <a:pt x="32" y="920"/>
                    <a:pt x="32" y="1"/>
                  </a:cubicBezTo>
                  <a:lnTo>
                    <a:pt x="4722" y="1"/>
                  </a:lnTo>
                  <a:cubicBezTo>
                    <a:pt x="4975" y="1"/>
                    <a:pt x="5197" y="1"/>
                    <a:pt x="5450" y="32"/>
                  </a:cubicBezTo>
                  <a:lnTo>
                    <a:pt x="5482" y="6370"/>
                  </a:lnTo>
                  <a:lnTo>
                    <a:pt x="5482" y="7669"/>
                  </a:lnTo>
                  <a:cubicBezTo>
                    <a:pt x="5482" y="8208"/>
                    <a:pt x="5482" y="8208"/>
                    <a:pt x="4975" y="8208"/>
                  </a:cubicBezTo>
                  <a:lnTo>
                    <a:pt x="2789" y="8208"/>
                  </a:lnTo>
                  <a:lnTo>
                    <a:pt x="2725" y="8113"/>
                  </a:lnTo>
                  <a:cubicBezTo>
                    <a:pt x="2598" y="7637"/>
                    <a:pt x="2535" y="7162"/>
                    <a:pt x="2598" y="6687"/>
                  </a:cubicBezTo>
                  <a:lnTo>
                    <a:pt x="2598" y="4310"/>
                  </a:lnTo>
                  <a:cubicBezTo>
                    <a:pt x="2598" y="2821"/>
                    <a:pt x="2662" y="2979"/>
                    <a:pt x="1236" y="2948"/>
                  </a:cubicBezTo>
                  <a:cubicBezTo>
                    <a:pt x="887" y="2979"/>
                    <a:pt x="507" y="2948"/>
                    <a:pt x="159" y="2884"/>
                  </a:cubicBezTo>
                  <a:cubicBezTo>
                    <a:pt x="95" y="2853"/>
                    <a:pt x="32" y="2821"/>
                    <a:pt x="0" y="27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4340374" y="1768697"/>
              <a:ext cx="58087" cy="55577"/>
            </a:xfrm>
            <a:custGeom>
              <a:avLst/>
              <a:gdLst/>
              <a:ahLst/>
              <a:cxnLst/>
              <a:rect l="l" t="t" r="r" b="b"/>
              <a:pathLst>
                <a:path w="2916" h="2790" extrusionOk="0">
                  <a:moveTo>
                    <a:pt x="2915" y="2789"/>
                  </a:moveTo>
                  <a:lnTo>
                    <a:pt x="127" y="2758"/>
                  </a:lnTo>
                  <a:cubicBezTo>
                    <a:pt x="127" y="2092"/>
                    <a:pt x="127" y="1427"/>
                    <a:pt x="95" y="730"/>
                  </a:cubicBezTo>
                  <a:cubicBezTo>
                    <a:pt x="127" y="508"/>
                    <a:pt x="95" y="254"/>
                    <a:pt x="0" y="32"/>
                  </a:cubicBezTo>
                  <a:cubicBezTo>
                    <a:pt x="824" y="32"/>
                    <a:pt x="1648" y="32"/>
                    <a:pt x="2472" y="1"/>
                  </a:cubicBezTo>
                  <a:cubicBezTo>
                    <a:pt x="2820" y="1"/>
                    <a:pt x="2915" y="159"/>
                    <a:pt x="2915" y="476"/>
                  </a:cubicBezTo>
                  <a:cubicBezTo>
                    <a:pt x="2884" y="1237"/>
                    <a:pt x="2915" y="2029"/>
                    <a:pt x="2915" y="2789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4991778" y="1379879"/>
              <a:ext cx="61891" cy="62509"/>
            </a:xfrm>
            <a:custGeom>
              <a:avLst/>
              <a:gdLst/>
              <a:ahLst/>
              <a:cxnLst/>
              <a:rect l="l" t="t" r="r" b="b"/>
              <a:pathLst>
                <a:path w="3107" h="3138" extrusionOk="0">
                  <a:moveTo>
                    <a:pt x="3074" y="349"/>
                  </a:moveTo>
                  <a:lnTo>
                    <a:pt x="3074" y="2472"/>
                  </a:lnTo>
                  <a:cubicBezTo>
                    <a:pt x="3074" y="3074"/>
                    <a:pt x="3074" y="3074"/>
                    <a:pt x="2472" y="3106"/>
                  </a:cubicBezTo>
                  <a:cubicBezTo>
                    <a:pt x="1743" y="3074"/>
                    <a:pt x="1015" y="3074"/>
                    <a:pt x="286" y="3137"/>
                  </a:cubicBezTo>
                  <a:cubicBezTo>
                    <a:pt x="254" y="3106"/>
                    <a:pt x="222" y="3074"/>
                    <a:pt x="191" y="3042"/>
                  </a:cubicBezTo>
                  <a:cubicBezTo>
                    <a:pt x="1" y="2155"/>
                    <a:pt x="32" y="1204"/>
                    <a:pt x="254" y="317"/>
                  </a:cubicBezTo>
                  <a:cubicBezTo>
                    <a:pt x="1110" y="0"/>
                    <a:pt x="1997" y="159"/>
                    <a:pt x="2884" y="222"/>
                  </a:cubicBezTo>
                  <a:cubicBezTo>
                    <a:pt x="2948" y="254"/>
                    <a:pt x="3043" y="285"/>
                    <a:pt x="3106" y="3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4671126" y="1768697"/>
              <a:ext cx="55557" cy="56194"/>
            </a:xfrm>
            <a:custGeom>
              <a:avLst/>
              <a:gdLst/>
              <a:ahLst/>
              <a:cxnLst/>
              <a:rect l="l" t="t" r="r" b="b"/>
              <a:pathLst>
                <a:path w="2789" h="2821" extrusionOk="0">
                  <a:moveTo>
                    <a:pt x="2662" y="2789"/>
                  </a:moveTo>
                  <a:lnTo>
                    <a:pt x="0" y="2821"/>
                  </a:lnTo>
                  <a:lnTo>
                    <a:pt x="0" y="476"/>
                  </a:lnTo>
                  <a:cubicBezTo>
                    <a:pt x="0" y="127"/>
                    <a:pt x="127" y="1"/>
                    <a:pt x="476" y="1"/>
                  </a:cubicBezTo>
                  <a:cubicBezTo>
                    <a:pt x="1268" y="32"/>
                    <a:pt x="2028" y="32"/>
                    <a:pt x="2789" y="32"/>
                  </a:cubicBezTo>
                  <a:cubicBezTo>
                    <a:pt x="2694" y="286"/>
                    <a:pt x="2662" y="603"/>
                    <a:pt x="2694" y="888"/>
                  </a:cubicBezTo>
                  <a:cubicBezTo>
                    <a:pt x="2662" y="1490"/>
                    <a:pt x="2662" y="2124"/>
                    <a:pt x="2662" y="2789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4069582" y="1434798"/>
              <a:ext cx="55557" cy="61234"/>
            </a:xfrm>
            <a:custGeom>
              <a:avLst/>
              <a:gdLst/>
              <a:ahLst/>
              <a:cxnLst/>
              <a:rect l="l" t="t" r="r" b="b"/>
              <a:pathLst>
                <a:path w="2789" h="3074" extrusionOk="0">
                  <a:moveTo>
                    <a:pt x="2789" y="412"/>
                  </a:moveTo>
                  <a:lnTo>
                    <a:pt x="2789" y="3074"/>
                  </a:lnTo>
                  <a:lnTo>
                    <a:pt x="412" y="3074"/>
                  </a:lnTo>
                  <a:cubicBezTo>
                    <a:pt x="127" y="3074"/>
                    <a:pt x="0" y="2979"/>
                    <a:pt x="0" y="2662"/>
                  </a:cubicBezTo>
                  <a:lnTo>
                    <a:pt x="0" y="349"/>
                  </a:lnTo>
                  <a:lnTo>
                    <a:pt x="95" y="285"/>
                  </a:lnTo>
                  <a:cubicBezTo>
                    <a:pt x="982" y="158"/>
                    <a:pt x="1901" y="0"/>
                    <a:pt x="2789" y="4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4015917" y="1380496"/>
              <a:ext cx="59979" cy="61891"/>
            </a:xfrm>
            <a:custGeom>
              <a:avLst/>
              <a:gdLst/>
              <a:ahLst/>
              <a:cxnLst/>
              <a:rect l="l" t="t" r="r" b="b"/>
              <a:pathLst>
                <a:path w="3011" h="3107" extrusionOk="0">
                  <a:moveTo>
                    <a:pt x="2694" y="3106"/>
                  </a:moveTo>
                  <a:cubicBezTo>
                    <a:pt x="2029" y="3043"/>
                    <a:pt x="1332" y="3043"/>
                    <a:pt x="666" y="3075"/>
                  </a:cubicBezTo>
                  <a:cubicBezTo>
                    <a:pt x="1" y="3075"/>
                    <a:pt x="1" y="3075"/>
                    <a:pt x="1" y="2377"/>
                  </a:cubicBezTo>
                  <a:cubicBezTo>
                    <a:pt x="1" y="1680"/>
                    <a:pt x="1" y="1015"/>
                    <a:pt x="32" y="318"/>
                  </a:cubicBezTo>
                  <a:lnTo>
                    <a:pt x="32" y="318"/>
                  </a:lnTo>
                  <a:cubicBezTo>
                    <a:pt x="888" y="1"/>
                    <a:pt x="1839" y="1"/>
                    <a:pt x="2726" y="286"/>
                  </a:cubicBezTo>
                  <a:cubicBezTo>
                    <a:pt x="3011" y="1205"/>
                    <a:pt x="3011" y="2187"/>
                    <a:pt x="2694" y="3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4942536" y="1435416"/>
              <a:ext cx="54939" cy="61254"/>
            </a:xfrm>
            <a:custGeom>
              <a:avLst/>
              <a:gdLst/>
              <a:ahLst/>
              <a:cxnLst/>
              <a:rect l="l" t="t" r="r" b="b"/>
              <a:pathLst>
                <a:path w="2758" h="3075" extrusionOk="0">
                  <a:moveTo>
                    <a:pt x="1" y="3043"/>
                  </a:moveTo>
                  <a:lnTo>
                    <a:pt x="1" y="381"/>
                  </a:lnTo>
                  <a:cubicBezTo>
                    <a:pt x="888" y="32"/>
                    <a:pt x="1871" y="1"/>
                    <a:pt x="2758" y="349"/>
                  </a:cubicBezTo>
                  <a:lnTo>
                    <a:pt x="2758" y="349"/>
                  </a:lnTo>
                  <a:lnTo>
                    <a:pt x="2758" y="2662"/>
                  </a:lnTo>
                  <a:cubicBezTo>
                    <a:pt x="2758" y="2948"/>
                    <a:pt x="2663" y="3074"/>
                    <a:pt x="2378" y="3074"/>
                  </a:cubicBezTo>
                  <a:cubicBezTo>
                    <a:pt x="1585" y="3043"/>
                    <a:pt x="793" y="3043"/>
                    <a:pt x="1" y="30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4398441" y="1824254"/>
              <a:ext cx="273342" cy="108584"/>
            </a:xfrm>
            <a:custGeom>
              <a:avLst/>
              <a:gdLst/>
              <a:ahLst/>
              <a:cxnLst/>
              <a:rect l="l" t="t" r="r" b="b"/>
              <a:pathLst>
                <a:path w="13722" h="5451" extrusionOk="0">
                  <a:moveTo>
                    <a:pt x="13721" y="0"/>
                  </a:moveTo>
                  <a:lnTo>
                    <a:pt x="13721" y="2060"/>
                  </a:lnTo>
                  <a:cubicBezTo>
                    <a:pt x="13721" y="2662"/>
                    <a:pt x="13721" y="2662"/>
                    <a:pt x="13056" y="2662"/>
                  </a:cubicBezTo>
                  <a:lnTo>
                    <a:pt x="11408" y="2662"/>
                  </a:lnTo>
                  <a:cubicBezTo>
                    <a:pt x="10933" y="2662"/>
                    <a:pt x="10933" y="2694"/>
                    <a:pt x="10933" y="3169"/>
                  </a:cubicBezTo>
                  <a:lnTo>
                    <a:pt x="10933" y="4880"/>
                  </a:lnTo>
                  <a:cubicBezTo>
                    <a:pt x="10933" y="5451"/>
                    <a:pt x="10933" y="5419"/>
                    <a:pt x="10426" y="5419"/>
                  </a:cubicBezTo>
                  <a:lnTo>
                    <a:pt x="3169" y="5419"/>
                  </a:lnTo>
                  <a:cubicBezTo>
                    <a:pt x="2694" y="5419"/>
                    <a:pt x="2694" y="5419"/>
                    <a:pt x="2694" y="4944"/>
                  </a:cubicBezTo>
                  <a:lnTo>
                    <a:pt x="2694" y="3137"/>
                  </a:lnTo>
                  <a:cubicBezTo>
                    <a:pt x="2694" y="2694"/>
                    <a:pt x="2662" y="2662"/>
                    <a:pt x="2187" y="2662"/>
                  </a:cubicBezTo>
                  <a:cubicBezTo>
                    <a:pt x="1711" y="2662"/>
                    <a:pt x="1173" y="2662"/>
                    <a:pt x="666" y="2662"/>
                  </a:cubicBezTo>
                  <a:cubicBezTo>
                    <a:pt x="32" y="2662"/>
                    <a:pt x="0" y="2662"/>
                    <a:pt x="0" y="206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4396549" y="1603959"/>
              <a:ext cx="275235" cy="56194"/>
            </a:xfrm>
            <a:custGeom>
              <a:avLst/>
              <a:gdLst/>
              <a:ahLst/>
              <a:cxnLst/>
              <a:rect l="l" t="t" r="r" b="b"/>
              <a:pathLst>
                <a:path w="13817" h="2821" extrusionOk="0">
                  <a:moveTo>
                    <a:pt x="13816" y="0"/>
                  </a:moveTo>
                  <a:lnTo>
                    <a:pt x="13816" y="2187"/>
                  </a:lnTo>
                  <a:cubicBezTo>
                    <a:pt x="13816" y="2820"/>
                    <a:pt x="13816" y="2820"/>
                    <a:pt x="13214" y="2820"/>
                  </a:cubicBezTo>
                  <a:lnTo>
                    <a:pt x="761" y="2820"/>
                  </a:lnTo>
                  <a:lnTo>
                    <a:pt x="380" y="2820"/>
                  </a:lnTo>
                  <a:cubicBezTo>
                    <a:pt x="127" y="2820"/>
                    <a:pt x="64" y="2725"/>
                    <a:pt x="64" y="2504"/>
                  </a:cubicBezTo>
                  <a:cubicBezTo>
                    <a:pt x="95" y="1680"/>
                    <a:pt x="0" y="824"/>
                    <a:pt x="95" y="0"/>
                  </a:cubicBezTo>
                  <a:lnTo>
                    <a:pt x="95" y="0"/>
                  </a:lnTo>
                  <a:cubicBezTo>
                    <a:pt x="285" y="0"/>
                    <a:pt x="444" y="32"/>
                    <a:pt x="634" y="32"/>
                  </a:cubicBezTo>
                  <a:lnTo>
                    <a:pt x="13277" y="32"/>
                  </a:lnTo>
                  <a:cubicBezTo>
                    <a:pt x="13436" y="32"/>
                    <a:pt x="13626" y="0"/>
                    <a:pt x="13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4669234" y="1222073"/>
              <a:ext cx="110476" cy="165396"/>
            </a:xfrm>
            <a:custGeom>
              <a:avLst/>
              <a:gdLst/>
              <a:ahLst/>
              <a:cxnLst/>
              <a:rect l="l" t="t" r="r" b="b"/>
              <a:pathLst>
                <a:path w="5546" h="8303" extrusionOk="0">
                  <a:moveTo>
                    <a:pt x="5546" y="0"/>
                  </a:moveTo>
                  <a:lnTo>
                    <a:pt x="5546" y="7827"/>
                  </a:lnTo>
                  <a:cubicBezTo>
                    <a:pt x="5546" y="8176"/>
                    <a:pt x="5451" y="8302"/>
                    <a:pt x="5102" y="8302"/>
                  </a:cubicBezTo>
                  <a:lnTo>
                    <a:pt x="444" y="8302"/>
                  </a:lnTo>
                  <a:cubicBezTo>
                    <a:pt x="222" y="8302"/>
                    <a:pt x="64" y="8302"/>
                    <a:pt x="64" y="8017"/>
                  </a:cubicBezTo>
                  <a:cubicBezTo>
                    <a:pt x="95" y="6274"/>
                    <a:pt x="0" y="4563"/>
                    <a:pt x="95" y="2820"/>
                  </a:cubicBezTo>
                  <a:cubicBezTo>
                    <a:pt x="381" y="2630"/>
                    <a:pt x="697" y="2567"/>
                    <a:pt x="1046" y="2630"/>
                  </a:cubicBezTo>
                  <a:cubicBezTo>
                    <a:pt x="2725" y="2599"/>
                    <a:pt x="2504" y="2789"/>
                    <a:pt x="2535" y="1078"/>
                  </a:cubicBezTo>
                  <a:cubicBezTo>
                    <a:pt x="2535" y="761"/>
                    <a:pt x="2472" y="412"/>
                    <a:pt x="2725" y="159"/>
                  </a:cubicBezTo>
                  <a:cubicBezTo>
                    <a:pt x="3074" y="64"/>
                    <a:pt x="3423" y="32"/>
                    <a:pt x="3771" y="64"/>
                  </a:cubicBezTo>
                  <a:cubicBezTo>
                    <a:pt x="4341" y="95"/>
                    <a:pt x="4944" y="64"/>
                    <a:pt x="5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4287347" y="1223327"/>
              <a:ext cx="110476" cy="164778"/>
            </a:xfrm>
            <a:custGeom>
              <a:avLst/>
              <a:gdLst/>
              <a:ahLst/>
              <a:cxnLst/>
              <a:rect l="l" t="t" r="r" b="b"/>
              <a:pathLst>
                <a:path w="5546" h="8272" extrusionOk="0">
                  <a:moveTo>
                    <a:pt x="2789" y="1"/>
                  </a:moveTo>
                  <a:lnTo>
                    <a:pt x="5039" y="1"/>
                  </a:lnTo>
                  <a:cubicBezTo>
                    <a:pt x="5546" y="1"/>
                    <a:pt x="5546" y="1"/>
                    <a:pt x="5546" y="539"/>
                  </a:cubicBezTo>
                  <a:lnTo>
                    <a:pt x="5546" y="7796"/>
                  </a:lnTo>
                  <a:cubicBezTo>
                    <a:pt x="5546" y="8113"/>
                    <a:pt x="5482" y="8271"/>
                    <a:pt x="5102" y="8239"/>
                  </a:cubicBezTo>
                  <a:lnTo>
                    <a:pt x="476" y="8239"/>
                  </a:lnTo>
                  <a:cubicBezTo>
                    <a:pt x="254" y="8239"/>
                    <a:pt x="64" y="8239"/>
                    <a:pt x="64" y="7954"/>
                  </a:cubicBezTo>
                  <a:cubicBezTo>
                    <a:pt x="95" y="6211"/>
                    <a:pt x="0" y="4500"/>
                    <a:pt x="95" y="2789"/>
                  </a:cubicBezTo>
                  <a:cubicBezTo>
                    <a:pt x="444" y="2504"/>
                    <a:pt x="824" y="2567"/>
                    <a:pt x="1173" y="2567"/>
                  </a:cubicBezTo>
                  <a:cubicBezTo>
                    <a:pt x="2694" y="2567"/>
                    <a:pt x="2535" y="2694"/>
                    <a:pt x="2567" y="1173"/>
                  </a:cubicBezTo>
                  <a:cubicBezTo>
                    <a:pt x="2567" y="761"/>
                    <a:pt x="2472" y="349"/>
                    <a:pt x="2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4889529" y="1221435"/>
              <a:ext cx="166033" cy="221570"/>
            </a:xfrm>
            <a:custGeom>
              <a:avLst/>
              <a:gdLst/>
              <a:ahLst/>
              <a:cxnLst/>
              <a:rect l="l" t="t" r="r" b="b"/>
              <a:pathLst>
                <a:path w="8335" h="11123" extrusionOk="0">
                  <a:moveTo>
                    <a:pt x="5419" y="11091"/>
                  </a:moveTo>
                  <a:cubicBezTo>
                    <a:pt x="4500" y="11028"/>
                    <a:pt x="3549" y="11060"/>
                    <a:pt x="2630" y="11123"/>
                  </a:cubicBezTo>
                  <a:lnTo>
                    <a:pt x="2630" y="6275"/>
                  </a:lnTo>
                  <a:cubicBezTo>
                    <a:pt x="2630" y="5673"/>
                    <a:pt x="2630" y="5673"/>
                    <a:pt x="2028" y="5641"/>
                  </a:cubicBezTo>
                  <a:lnTo>
                    <a:pt x="444" y="5641"/>
                  </a:lnTo>
                  <a:cubicBezTo>
                    <a:pt x="285" y="5641"/>
                    <a:pt x="127" y="5704"/>
                    <a:pt x="0" y="5546"/>
                  </a:cubicBezTo>
                  <a:lnTo>
                    <a:pt x="2123" y="5546"/>
                  </a:lnTo>
                  <a:cubicBezTo>
                    <a:pt x="2662" y="5546"/>
                    <a:pt x="2662" y="5546"/>
                    <a:pt x="2662" y="4976"/>
                  </a:cubicBezTo>
                  <a:lnTo>
                    <a:pt x="2662" y="1015"/>
                  </a:lnTo>
                  <a:lnTo>
                    <a:pt x="2662" y="603"/>
                  </a:lnTo>
                  <a:cubicBezTo>
                    <a:pt x="2662" y="96"/>
                    <a:pt x="2662" y="96"/>
                    <a:pt x="3169" y="64"/>
                  </a:cubicBezTo>
                  <a:lnTo>
                    <a:pt x="4246" y="64"/>
                  </a:lnTo>
                  <a:lnTo>
                    <a:pt x="7415" y="64"/>
                  </a:lnTo>
                  <a:cubicBezTo>
                    <a:pt x="8334" y="64"/>
                    <a:pt x="8239" y="1"/>
                    <a:pt x="8239" y="856"/>
                  </a:cubicBezTo>
                  <a:lnTo>
                    <a:pt x="8239" y="8303"/>
                  </a:lnTo>
                  <a:lnTo>
                    <a:pt x="8081" y="8303"/>
                  </a:lnTo>
                  <a:cubicBezTo>
                    <a:pt x="7859" y="8018"/>
                    <a:pt x="7795" y="7637"/>
                    <a:pt x="7859" y="7289"/>
                  </a:cubicBezTo>
                  <a:lnTo>
                    <a:pt x="7859" y="1300"/>
                  </a:lnTo>
                  <a:cubicBezTo>
                    <a:pt x="7859" y="444"/>
                    <a:pt x="7795" y="413"/>
                    <a:pt x="6972" y="413"/>
                  </a:cubicBezTo>
                  <a:lnTo>
                    <a:pt x="3771" y="413"/>
                  </a:lnTo>
                  <a:cubicBezTo>
                    <a:pt x="3011" y="413"/>
                    <a:pt x="2979" y="444"/>
                    <a:pt x="2979" y="1205"/>
                  </a:cubicBezTo>
                  <a:cubicBezTo>
                    <a:pt x="2979" y="2821"/>
                    <a:pt x="2916" y="2631"/>
                    <a:pt x="4405" y="2662"/>
                  </a:cubicBezTo>
                  <a:cubicBezTo>
                    <a:pt x="5514" y="2662"/>
                    <a:pt x="5641" y="2789"/>
                    <a:pt x="5641" y="3835"/>
                  </a:cubicBezTo>
                  <a:lnTo>
                    <a:pt x="5641" y="7415"/>
                  </a:lnTo>
                  <a:cubicBezTo>
                    <a:pt x="5672" y="7732"/>
                    <a:pt x="5609" y="8049"/>
                    <a:pt x="5451" y="8334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4"/>
            <p:cNvSpPr/>
            <p:nvPr/>
          </p:nvSpPr>
          <p:spPr>
            <a:xfrm>
              <a:off x="4017192" y="1222690"/>
              <a:ext cx="162866" cy="220315"/>
            </a:xfrm>
            <a:custGeom>
              <a:avLst/>
              <a:gdLst/>
              <a:ahLst/>
              <a:cxnLst/>
              <a:rect l="l" t="t" r="r" b="b"/>
              <a:pathLst>
                <a:path w="8176" h="11060" extrusionOk="0">
                  <a:moveTo>
                    <a:pt x="2630" y="11028"/>
                  </a:moveTo>
                  <a:cubicBezTo>
                    <a:pt x="2630" y="10109"/>
                    <a:pt x="2662" y="9190"/>
                    <a:pt x="2598" y="8271"/>
                  </a:cubicBezTo>
                  <a:cubicBezTo>
                    <a:pt x="2472" y="8050"/>
                    <a:pt x="2408" y="7764"/>
                    <a:pt x="2408" y="7511"/>
                  </a:cubicBezTo>
                  <a:lnTo>
                    <a:pt x="2408" y="3582"/>
                  </a:lnTo>
                  <a:cubicBezTo>
                    <a:pt x="2408" y="2758"/>
                    <a:pt x="2598" y="2631"/>
                    <a:pt x="3391" y="2568"/>
                  </a:cubicBezTo>
                  <a:lnTo>
                    <a:pt x="3739" y="2568"/>
                  </a:lnTo>
                  <a:cubicBezTo>
                    <a:pt x="4151" y="2536"/>
                    <a:pt x="4721" y="2789"/>
                    <a:pt x="4943" y="2346"/>
                  </a:cubicBezTo>
                  <a:cubicBezTo>
                    <a:pt x="5197" y="1902"/>
                    <a:pt x="5102" y="1205"/>
                    <a:pt x="5038" y="635"/>
                  </a:cubicBezTo>
                  <a:cubicBezTo>
                    <a:pt x="4975" y="286"/>
                    <a:pt x="4626" y="350"/>
                    <a:pt x="4373" y="350"/>
                  </a:cubicBezTo>
                  <a:lnTo>
                    <a:pt x="919" y="350"/>
                  </a:lnTo>
                  <a:cubicBezTo>
                    <a:pt x="602" y="350"/>
                    <a:pt x="254" y="381"/>
                    <a:pt x="0" y="96"/>
                  </a:cubicBezTo>
                  <a:cubicBezTo>
                    <a:pt x="63" y="1"/>
                    <a:pt x="190" y="33"/>
                    <a:pt x="285" y="33"/>
                  </a:cubicBezTo>
                  <a:lnTo>
                    <a:pt x="4943" y="33"/>
                  </a:lnTo>
                  <a:cubicBezTo>
                    <a:pt x="5419" y="33"/>
                    <a:pt x="5419" y="33"/>
                    <a:pt x="5419" y="508"/>
                  </a:cubicBezTo>
                  <a:cubicBezTo>
                    <a:pt x="5419" y="1966"/>
                    <a:pt x="5419" y="3423"/>
                    <a:pt x="5419" y="4913"/>
                  </a:cubicBezTo>
                  <a:cubicBezTo>
                    <a:pt x="5419" y="5483"/>
                    <a:pt x="5419" y="5515"/>
                    <a:pt x="5989" y="5483"/>
                  </a:cubicBezTo>
                  <a:cubicBezTo>
                    <a:pt x="6718" y="5515"/>
                    <a:pt x="7447" y="5515"/>
                    <a:pt x="8175" y="5420"/>
                  </a:cubicBezTo>
                  <a:cubicBezTo>
                    <a:pt x="8112" y="5641"/>
                    <a:pt x="7922" y="5610"/>
                    <a:pt x="7763" y="5610"/>
                  </a:cubicBezTo>
                  <a:lnTo>
                    <a:pt x="6179" y="5610"/>
                  </a:lnTo>
                  <a:cubicBezTo>
                    <a:pt x="5355" y="5610"/>
                    <a:pt x="5419" y="5546"/>
                    <a:pt x="5419" y="6402"/>
                  </a:cubicBezTo>
                  <a:lnTo>
                    <a:pt x="5419" y="11060"/>
                  </a:lnTo>
                  <a:cubicBezTo>
                    <a:pt x="4500" y="10997"/>
                    <a:pt x="3549" y="10965"/>
                    <a:pt x="2630" y="11028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4"/>
            <p:cNvSpPr/>
            <p:nvPr/>
          </p:nvSpPr>
          <p:spPr>
            <a:xfrm>
              <a:off x="4287965" y="1113509"/>
              <a:ext cx="110496" cy="56194"/>
            </a:xfrm>
            <a:custGeom>
              <a:avLst/>
              <a:gdLst/>
              <a:ahLst/>
              <a:cxnLst/>
              <a:rect l="l" t="t" r="r" b="b"/>
              <a:pathLst>
                <a:path w="5547" h="2821" extrusionOk="0">
                  <a:moveTo>
                    <a:pt x="5515" y="32"/>
                  </a:moveTo>
                  <a:lnTo>
                    <a:pt x="5515" y="2250"/>
                  </a:lnTo>
                  <a:cubicBezTo>
                    <a:pt x="5515" y="2789"/>
                    <a:pt x="5515" y="2820"/>
                    <a:pt x="4976" y="2820"/>
                  </a:cubicBezTo>
                  <a:lnTo>
                    <a:pt x="96" y="2820"/>
                  </a:lnTo>
                  <a:lnTo>
                    <a:pt x="96" y="2820"/>
                  </a:lnTo>
                  <a:cubicBezTo>
                    <a:pt x="1" y="2028"/>
                    <a:pt x="96" y="1236"/>
                    <a:pt x="33" y="444"/>
                  </a:cubicBezTo>
                  <a:cubicBezTo>
                    <a:pt x="33" y="63"/>
                    <a:pt x="191" y="0"/>
                    <a:pt x="508" y="0"/>
                  </a:cubicBezTo>
                  <a:lnTo>
                    <a:pt x="4881" y="0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4669851" y="1114126"/>
              <a:ext cx="109859" cy="54939"/>
            </a:xfrm>
            <a:custGeom>
              <a:avLst/>
              <a:gdLst/>
              <a:ahLst/>
              <a:cxnLst/>
              <a:rect l="l" t="t" r="r" b="b"/>
              <a:pathLst>
                <a:path w="5515" h="2758" extrusionOk="0">
                  <a:moveTo>
                    <a:pt x="64" y="32"/>
                  </a:moveTo>
                  <a:lnTo>
                    <a:pt x="2758" y="1"/>
                  </a:lnTo>
                  <a:cubicBezTo>
                    <a:pt x="3550" y="1"/>
                    <a:pt x="4310" y="32"/>
                    <a:pt x="5071" y="1"/>
                  </a:cubicBezTo>
                  <a:cubicBezTo>
                    <a:pt x="5451" y="1"/>
                    <a:pt x="5515" y="127"/>
                    <a:pt x="5515" y="444"/>
                  </a:cubicBezTo>
                  <a:lnTo>
                    <a:pt x="5515" y="2758"/>
                  </a:lnTo>
                  <a:lnTo>
                    <a:pt x="5515" y="2758"/>
                  </a:lnTo>
                  <a:lnTo>
                    <a:pt x="413" y="2758"/>
                  </a:lnTo>
                  <a:cubicBezTo>
                    <a:pt x="128" y="2758"/>
                    <a:pt x="1" y="2694"/>
                    <a:pt x="1" y="2377"/>
                  </a:cubicBezTo>
                  <a:cubicBezTo>
                    <a:pt x="96" y="1617"/>
                    <a:pt x="64" y="825"/>
                    <a:pt x="64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4233683" y="1169045"/>
              <a:ext cx="56832" cy="55577"/>
            </a:xfrm>
            <a:custGeom>
              <a:avLst/>
              <a:gdLst/>
              <a:ahLst/>
              <a:cxnLst/>
              <a:rect l="l" t="t" r="r" b="b"/>
              <a:pathLst>
                <a:path w="2853" h="2790" extrusionOk="0">
                  <a:moveTo>
                    <a:pt x="2789" y="2662"/>
                  </a:moveTo>
                  <a:cubicBezTo>
                    <a:pt x="1965" y="2789"/>
                    <a:pt x="1142" y="2694"/>
                    <a:pt x="286" y="2726"/>
                  </a:cubicBezTo>
                  <a:cubicBezTo>
                    <a:pt x="33" y="2726"/>
                    <a:pt x="1" y="2599"/>
                    <a:pt x="1" y="2377"/>
                  </a:cubicBezTo>
                  <a:lnTo>
                    <a:pt x="1" y="412"/>
                  </a:lnTo>
                  <a:cubicBezTo>
                    <a:pt x="1" y="127"/>
                    <a:pt x="96" y="1"/>
                    <a:pt x="413" y="1"/>
                  </a:cubicBezTo>
                  <a:cubicBezTo>
                    <a:pt x="1205" y="32"/>
                    <a:pt x="2029" y="1"/>
                    <a:pt x="2853" y="32"/>
                  </a:cubicBezTo>
                  <a:lnTo>
                    <a:pt x="2853" y="32"/>
                  </a:lnTo>
                  <a:cubicBezTo>
                    <a:pt x="2789" y="919"/>
                    <a:pt x="2821" y="1807"/>
                    <a:pt x="2853" y="26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4450831" y="1440475"/>
              <a:ext cx="56194" cy="55557"/>
            </a:xfrm>
            <a:custGeom>
              <a:avLst/>
              <a:gdLst/>
              <a:ahLst/>
              <a:cxnLst/>
              <a:rect l="l" t="t" r="r" b="b"/>
              <a:pathLst>
                <a:path w="2821" h="2789" extrusionOk="0">
                  <a:moveTo>
                    <a:pt x="2821" y="95"/>
                  </a:moveTo>
                  <a:lnTo>
                    <a:pt x="2821" y="2345"/>
                  </a:lnTo>
                  <a:cubicBezTo>
                    <a:pt x="2821" y="2662"/>
                    <a:pt x="2694" y="2789"/>
                    <a:pt x="2377" y="2789"/>
                  </a:cubicBezTo>
                  <a:lnTo>
                    <a:pt x="444" y="2789"/>
                  </a:lnTo>
                  <a:cubicBezTo>
                    <a:pt x="95" y="2789"/>
                    <a:pt x="0" y="2630"/>
                    <a:pt x="0" y="2282"/>
                  </a:cubicBezTo>
                  <a:lnTo>
                    <a:pt x="0" y="127"/>
                  </a:lnTo>
                  <a:cubicBezTo>
                    <a:pt x="951" y="0"/>
                    <a:pt x="1870" y="0"/>
                    <a:pt x="2821" y="95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4288602" y="1221435"/>
              <a:ext cx="55577" cy="57469"/>
            </a:xfrm>
            <a:custGeom>
              <a:avLst/>
              <a:gdLst/>
              <a:ahLst/>
              <a:cxnLst/>
              <a:rect l="l" t="t" r="r" b="b"/>
              <a:pathLst>
                <a:path w="2790" h="2885" extrusionOk="0">
                  <a:moveTo>
                    <a:pt x="2726" y="96"/>
                  </a:moveTo>
                  <a:lnTo>
                    <a:pt x="2726" y="2314"/>
                  </a:lnTo>
                  <a:cubicBezTo>
                    <a:pt x="2726" y="2884"/>
                    <a:pt x="2789" y="2852"/>
                    <a:pt x="2124" y="2852"/>
                  </a:cubicBezTo>
                  <a:lnTo>
                    <a:pt x="64" y="2852"/>
                  </a:lnTo>
                  <a:cubicBezTo>
                    <a:pt x="1" y="1902"/>
                    <a:pt x="64" y="983"/>
                    <a:pt x="64" y="64"/>
                  </a:cubicBezTo>
                  <a:lnTo>
                    <a:pt x="64" y="64"/>
                  </a:lnTo>
                  <a:cubicBezTo>
                    <a:pt x="920" y="96"/>
                    <a:pt x="1839" y="1"/>
                    <a:pt x="2726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4"/>
            <p:cNvSpPr/>
            <p:nvPr/>
          </p:nvSpPr>
          <p:spPr>
            <a:xfrm>
              <a:off x="4671126" y="1220180"/>
              <a:ext cx="53047" cy="58724"/>
            </a:xfrm>
            <a:custGeom>
              <a:avLst/>
              <a:gdLst/>
              <a:ahLst/>
              <a:cxnLst/>
              <a:rect l="l" t="t" r="r" b="b"/>
              <a:pathLst>
                <a:path w="2663" h="2948" extrusionOk="0">
                  <a:moveTo>
                    <a:pt x="2662" y="254"/>
                  </a:moveTo>
                  <a:lnTo>
                    <a:pt x="2662" y="2504"/>
                  </a:lnTo>
                  <a:cubicBezTo>
                    <a:pt x="2662" y="2820"/>
                    <a:pt x="2599" y="2947"/>
                    <a:pt x="2282" y="2915"/>
                  </a:cubicBezTo>
                  <a:cubicBezTo>
                    <a:pt x="1521" y="2915"/>
                    <a:pt x="761" y="2915"/>
                    <a:pt x="32" y="2915"/>
                  </a:cubicBezTo>
                  <a:cubicBezTo>
                    <a:pt x="32" y="2123"/>
                    <a:pt x="0" y="1331"/>
                    <a:pt x="0" y="539"/>
                  </a:cubicBezTo>
                  <a:cubicBezTo>
                    <a:pt x="0" y="380"/>
                    <a:pt x="0" y="159"/>
                    <a:pt x="222" y="159"/>
                  </a:cubicBezTo>
                  <a:cubicBezTo>
                    <a:pt x="1046" y="159"/>
                    <a:pt x="1870" y="0"/>
                    <a:pt x="2662" y="2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4342267" y="1550294"/>
              <a:ext cx="56194" cy="55577"/>
            </a:xfrm>
            <a:custGeom>
              <a:avLst/>
              <a:gdLst/>
              <a:ahLst/>
              <a:cxnLst/>
              <a:rect l="l" t="t" r="r" b="b"/>
              <a:pathLst>
                <a:path w="2821" h="2790" extrusionOk="0">
                  <a:moveTo>
                    <a:pt x="2820" y="2694"/>
                  </a:moveTo>
                  <a:cubicBezTo>
                    <a:pt x="1996" y="2758"/>
                    <a:pt x="1141" y="2789"/>
                    <a:pt x="317" y="2726"/>
                  </a:cubicBezTo>
                  <a:cubicBezTo>
                    <a:pt x="95" y="2726"/>
                    <a:pt x="0" y="2631"/>
                    <a:pt x="0" y="2409"/>
                  </a:cubicBezTo>
                  <a:lnTo>
                    <a:pt x="0" y="381"/>
                  </a:lnTo>
                  <a:cubicBezTo>
                    <a:pt x="0" y="64"/>
                    <a:pt x="159" y="1"/>
                    <a:pt x="412" y="1"/>
                  </a:cubicBezTo>
                  <a:lnTo>
                    <a:pt x="2313" y="1"/>
                  </a:lnTo>
                  <a:cubicBezTo>
                    <a:pt x="2662" y="1"/>
                    <a:pt x="2789" y="96"/>
                    <a:pt x="2789" y="444"/>
                  </a:cubicBezTo>
                  <a:cubicBezTo>
                    <a:pt x="2789" y="1205"/>
                    <a:pt x="2789" y="1965"/>
                    <a:pt x="2820" y="26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4779690" y="1169045"/>
              <a:ext cx="54302" cy="56194"/>
            </a:xfrm>
            <a:custGeom>
              <a:avLst/>
              <a:gdLst/>
              <a:ahLst/>
              <a:cxnLst/>
              <a:rect l="l" t="t" r="r" b="b"/>
              <a:pathLst>
                <a:path w="2726" h="2821" extrusionOk="0">
                  <a:moveTo>
                    <a:pt x="1" y="32"/>
                  </a:moveTo>
                  <a:lnTo>
                    <a:pt x="2314" y="32"/>
                  </a:lnTo>
                  <a:cubicBezTo>
                    <a:pt x="2631" y="32"/>
                    <a:pt x="2726" y="127"/>
                    <a:pt x="2694" y="412"/>
                  </a:cubicBezTo>
                  <a:lnTo>
                    <a:pt x="2694" y="2409"/>
                  </a:lnTo>
                  <a:cubicBezTo>
                    <a:pt x="2694" y="2599"/>
                    <a:pt x="2662" y="2757"/>
                    <a:pt x="2409" y="2726"/>
                  </a:cubicBezTo>
                  <a:cubicBezTo>
                    <a:pt x="1617" y="2694"/>
                    <a:pt x="793" y="2821"/>
                    <a:pt x="1" y="2662"/>
                  </a:cubicBezTo>
                  <a:lnTo>
                    <a:pt x="1" y="26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4"/>
            <p:cNvSpPr/>
            <p:nvPr/>
          </p:nvSpPr>
          <p:spPr>
            <a:xfrm>
              <a:off x="4559395" y="1439201"/>
              <a:ext cx="56194" cy="56832"/>
            </a:xfrm>
            <a:custGeom>
              <a:avLst/>
              <a:gdLst/>
              <a:ahLst/>
              <a:cxnLst/>
              <a:rect l="l" t="t" r="r" b="b"/>
              <a:pathLst>
                <a:path w="2821" h="2853" extrusionOk="0">
                  <a:moveTo>
                    <a:pt x="2821" y="191"/>
                  </a:moveTo>
                  <a:lnTo>
                    <a:pt x="2821" y="2409"/>
                  </a:lnTo>
                  <a:cubicBezTo>
                    <a:pt x="2821" y="2726"/>
                    <a:pt x="2694" y="2853"/>
                    <a:pt x="2377" y="2853"/>
                  </a:cubicBezTo>
                  <a:lnTo>
                    <a:pt x="159" y="2853"/>
                  </a:lnTo>
                  <a:cubicBezTo>
                    <a:pt x="1" y="2061"/>
                    <a:pt x="127" y="1205"/>
                    <a:pt x="96" y="413"/>
                  </a:cubicBezTo>
                  <a:cubicBezTo>
                    <a:pt x="64" y="254"/>
                    <a:pt x="191" y="96"/>
                    <a:pt x="381" y="128"/>
                  </a:cubicBezTo>
                  <a:cubicBezTo>
                    <a:pt x="1205" y="159"/>
                    <a:pt x="1997" y="1"/>
                    <a:pt x="2821" y="191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4"/>
            <p:cNvSpPr/>
            <p:nvPr/>
          </p:nvSpPr>
          <p:spPr>
            <a:xfrm>
              <a:off x="4671126" y="1550294"/>
              <a:ext cx="53664" cy="55577"/>
            </a:xfrm>
            <a:custGeom>
              <a:avLst/>
              <a:gdLst/>
              <a:ahLst/>
              <a:cxnLst/>
              <a:rect l="l" t="t" r="r" b="b"/>
              <a:pathLst>
                <a:path w="2694" h="2790" extrusionOk="0">
                  <a:moveTo>
                    <a:pt x="32" y="2726"/>
                  </a:moveTo>
                  <a:cubicBezTo>
                    <a:pt x="32" y="1934"/>
                    <a:pt x="32" y="1173"/>
                    <a:pt x="0" y="413"/>
                  </a:cubicBezTo>
                  <a:cubicBezTo>
                    <a:pt x="0" y="128"/>
                    <a:pt x="64" y="1"/>
                    <a:pt x="381" y="1"/>
                  </a:cubicBezTo>
                  <a:lnTo>
                    <a:pt x="2314" y="1"/>
                  </a:lnTo>
                  <a:cubicBezTo>
                    <a:pt x="2630" y="1"/>
                    <a:pt x="2694" y="128"/>
                    <a:pt x="2694" y="444"/>
                  </a:cubicBezTo>
                  <a:lnTo>
                    <a:pt x="2694" y="2346"/>
                  </a:lnTo>
                  <a:cubicBezTo>
                    <a:pt x="2694" y="2631"/>
                    <a:pt x="2630" y="2758"/>
                    <a:pt x="2314" y="2758"/>
                  </a:cubicBezTo>
                  <a:cubicBezTo>
                    <a:pt x="1553" y="2726"/>
                    <a:pt x="793" y="2789"/>
                    <a:pt x="0" y="26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4"/>
            <p:cNvSpPr/>
            <p:nvPr/>
          </p:nvSpPr>
          <p:spPr>
            <a:xfrm>
              <a:off x="4507005" y="1386811"/>
              <a:ext cx="56194" cy="54939"/>
            </a:xfrm>
            <a:custGeom>
              <a:avLst/>
              <a:gdLst/>
              <a:ahLst/>
              <a:cxnLst/>
              <a:rect l="l" t="t" r="r" b="b"/>
              <a:pathLst>
                <a:path w="2821" h="2758" extrusionOk="0">
                  <a:moveTo>
                    <a:pt x="1" y="2663"/>
                  </a:moveTo>
                  <a:lnTo>
                    <a:pt x="1" y="476"/>
                  </a:lnTo>
                  <a:cubicBezTo>
                    <a:pt x="1" y="128"/>
                    <a:pt x="96" y="1"/>
                    <a:pt x="444" y="1"/>
                  </a:cubicBezTo>
                  <a:lnTo>
                    <a:pt x="2662" y="1"/>
                  </a:lnTo>
                  <a:cubicBezTo>
                    <a:pt x="2821" y="793"/>
                    <a:pt x="2694" y="1617"/>
                    <a:pt x="2726" y="2441"/>
                  </a:cubicBezTo>
                  <a:cubicBezTo>
                    <a:pt x="2726" y="2631"/>
                    <a:pt x="2631" y="2726"/>
                    <a:pt x="2441" y="2726"/>
                  </a:cubicBezTo>
                  <a:cubicBezTo>
                    <a:pt x="1617" y="2758"/>
                    <a:pt x="793" y="2726"/>
                    <a:pt x="1" y="2663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4"/>
            <p:cNvSpPr/>
            <p:nvPr/>
          </p:nvSpPr>
          <p:spPr>
            <a:xfrm>
              <a:off x="4451468" y="623038"/>
              <a:ext cx="164121" cy="218423"/>
            </a:xfrm>
            <a:custGeom>
              <a:avLst/>
              <a:gdLst/>
              <a:ahLst/>
              <a:cxnLst/>
              <a:rect l="l" t="t" r="r" b="b"/>
              <a:pathLst>
                <a:path w="8239" h="10965" extrusionOk="0">
                  <a:moveTo>
                    <a:pt x="8239" y="5483"/>
                  </a:moveTo>
                  <a:lnTo>
                    <a:pt x="8239" y="7796"/>
                  </a:lnTo>
                  <a:cubicBezTo>
                    <a:pt x="8239" y="8176"/>
                    <a:pt x="8112" y="8271"/>
                    <a:pt x="7764" y="8271"/>
                  </a:cubicBezTo>
                  <a:lnTo>
                    <a:pt x="6179" y="8271"/>
                  </a:lnTo>
                  <a:cubicBezTo>
                    <a:pt x="5545" y="8271"/>
                    <a:pt x="5545" y="8271"/>
                    <a:pt x="5545" y="8937"/>
                  </a:cubicBezTo>
                  <a:lnTo>
                    <a:pt x="5545" y="10521"/>
                  </a:lnTo>
                  <a:cubicBezTo>
                    <a:pt x="5545" y="10838"/>
                    <a:pt x="5450" y="10965"/>
                    <a:pt x="5133" y="10933"/>
                  </a:cubicBezTo>
                  <a:lnTo>
                    <a:pt x="3201" y="10933"/>
                  </a:lnTo>
                  <a:cubicBezTo>
                    <a:pt x="2884" y="10933"/>
                    <a:pt x="2757" y="10838"/>
                    <a:pt x="2789" y="10521"/>
                  </a:cubicBezTo>
                  <a:lnTo>
                    <a:pt x="2789" y="8651"/>
                  </a:lnTo>
                  <a:cubicBezTo>
                    <a:pt x="2789" y="8335"/>
                    <a:pt x="2662" y="8240"/>
                    <a:pt x="2345" y="8271"/>
                  </a:cubicBezTo>
                  <a:lnTo>
                    <a:pt x="412" y="8271"/>
                  </a:lnTo>
                  <a:cubicBezTo>
                    <a:pt x="95" y="8271"/>
                    <a:pt x="0" y="8176"/>
                    <a:pt x="0" y="7828"/>
                  </a:cubicBezTo>
                  <a:lnTo>
                    <a:pt x="0" y="3106"/>
                  </a:lnTo>
                  <a:cubicBezTo>
                    <a:pt x="0" y="2789"/>
                    <a:pt x="127" y="2694"/>
                    <a:pt x="412" y="2694"/>
                  </a:cubicBezTo>
                  <a:lnTo>
                    <a:pt x="2345" y="2694"/>
                  </a:lnTo>
                  <a:cubicBezTo>
                    <a:pt x="2662" y="2694"/>
                    <a:pt x="2789" y="2599"/>
                    <a:pt x="2789" y="2282"/>
                  </a:cubicBezTo>
                  <a:lnTo>
                    <a:pt x="2789" y="476"/>
                  </a:lnTo>
                  <a:cubicBezTo>
                    <a:pt x="2789" y="159"/>
                    <a:pt x="2820" y="1"/>
                    <a:pt x="3201" y="1"/>
                  </a:cubicBezTo>
                  <a:cubicBezTo>
                    <a:pt x="3834" y="32"/>
                    <a:pt x="4500" y="32"/>
                    <a:pt x="5133" y="1"/>
                  </a:cubicBezTo>
                  <a:cubicBezTo>
                    <a:pt x="5450" y="1"/>
                    <a:pt x="5577" y="96"/>
                    <a:pt x="5545" y="413"/>
                  </a:cubicBezTo>
                  <a:lnTo>
                    <a:pt x="5545" y="2092"/>
                  </a:lnTo>
                  <a:cubicBezTo>
                    <a:pt x="5545" y="2631"/>
                    <a:pt x="5545" y="2694"/>
                    <a:pt x="6179" y="2694"/>
                  </a:cubicBezTo>
                  <a:lnTo>
                    <a:pt x="7764" y="2694"/>
                  </a:lnTo>
                  <a:cubicBezTo>
                    <a:pt x="8112" y="2694"/>
                    <a:pt x="8239" y="2789"/>
                    <a:pt x="8239" y="3138"/>
                  </a:cubicBezTo>
                  <a:cubicBezTo>
                    <a:pt x="8239" y="3930"/>
                    <a:pt x="8239" y="4722"/>
                    <a:pt x="8239" y="54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4342884" y="732240"/>
              <a:ext cx="55577" cy="55577"/>
            </a:xfrm>
            <a:custGeom>
              <a:avLst/>
              <a:gdLst/>
              <a:ahLst/>
              <a:cxnLst/>
              <a:rect l="l" t="t" r="r" b="b"/>
              <a:pathLst>
                <a:path w="2790" h="2790" extrusionOk="0">
                  <a:moveTo>
                    <a:pt x="1" y="2789"/>
                  </a:moveTo>
                  <a:lnTo>
                    <a:pt x="1" y="476"/>
                  </a:lnTo>
                  <a:cubicBezTo>
                    <a:pt x="1" y="127"/>
                    <a:pt x="96" y="1"/>
                    <a:pt x="444" y="1"/>
                  </a:cubicBezTo>
                  <a:lnTo>
                    <a:pt x="2314" y="1"/>
                  </a:lnTo>
                  <a:cubicBezTo>
                    <a:pt x="2631" y="1"/>
                    <a:pt x="2789" y="159"/>
                    <a:pt x="2789" y="476"/>
                  </a:cubicBezTo>
                  <a:lnTo>
                    <a:pt x="2789" y="2409"/>
                  </a:lnTo>
                  <a:cubicBezTo>
                    <a:pt x="2789" y="2694"/>
                    <a:pt x="2631" y="2789"/>
                    <a:pt x="2377" y="2789"/>
                  </a:cubicBezTo>
                  <a:lnTo>
                    <a:pt x="1" y="27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4671126" y="731622"/>
              <a:ext cx="53664" cy="56194"/>
            </a:xfrm>
            <a:custGeom>
              <a:avLst/>
              <a:gdLst/>
              <a:ahLst/>
              <a:cxnLst/>
              <a:rect l="l" t="t" r="r" b="b"/>
              <a:pathLst>
                <a:path w="2694" h="2821" extrusionOk="0">
                  <a:moveTo>
                    <a:pt x="2662" y="2820"/>
                  </a:moveTo>
                  <a:lnTo>
                    <a:pt x="476" y="2820"/>
                  </a:lnTo>
                  <a:cubicBezTo>
                    <a:pt x="159" y="2820"/>
                    <a:pt x="0" y="2725"/>
                    <a:pt x="0" y="2377"/>
                  </a:cubicBezTo>
                  <a:lnTo>
                    <a:pt x="0" y="444"/>
                  </a:lnTo>
                  <a:cubicBezTo>
                    <a:pt x="0" y="127"/>
                    <a:pt x="127" y="0"/>
                    <a:pt x="444" y="32"/>
                  </a:cubicBezTo>
                  <a:lnTo>
                    <a:pt x="2282" y="32"/>
                  </a:lnTo>
                  <a:cubicBezTo>
                    <a:pt x="2567" y="32"/>
                    <a:pt x="2694" y="158"/>
                    <a:pt x="2694" y="412"/>
                  </a:cubicBezTo>
                  <a:lnTo>
                    <a:pt x="2694" y="27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4289877" y="2033813"/>
              <a:ext cx="113624" cy="116791"/>
            </a:xfrm>
            <a:custGeom>
              <a:avLst/>
              <a:gdLst/>
              <a:ahLst/>
              <a:cxnLst/>
              <a:rect l="l" t="t" r="r" b="b"/>
              <a:pathLst>
                <a:path w="5704" h="5863" extrusionOk="0">
                  <a:moveTo>
                    <a:pt x="5450" y="5863"/>
                  </a:moveTo>
                  <a:cubicBezTo>
                    <a:pt x="4658" y="5863"/>
                    <a:pt x="3866" y="5863"/>
                    <a:pt x="3074" y="5863"/>
                  </a:cubicBezTo>
                  <a:cubicBezTo>
                    <a:pt x="2757" y="5863"/>
                    <a:pt x="2630" y="5768"/>
                    <a:pt x="2630" y="5451"/>
                  </a:cubicBezTo>
                  <a:lnTo>
                    <a:pt x="2630" y="3613"/>
                  </a:lnTo>
                  <a:cubicBezTo>
                    <a:pt x="2630" y="3233"/>
                    <a:pt x="2503" y="3138"/>
                    <a:pt x="2186" y="3138"/>
                  </a:cubicBezTo>
                  <a:lnTo>
                    <a:pt x="507" y="3138"/>
                  </a:lnTo>
                  <a:cubicBezTo>
                    <a:pt x="349" y="3138"/>
                    <a:pt x="158" y="3201"/>
                    <a:pt x="32" y="3074"/>
                  </a:cubicBezTo>
                  <a:cubicBezTo>
                    <a:pt x="507" y="2726"/>
                    <a:pt x="1046" y="2884"/>
                    <a:pt x="1553" y="2884"/>
                  </a:cubicBezTo>
                  <a:cubicBezTo>
                    <a:pt x="2091" y="2884"/>
                    <a:pt x="2313" y="2694"/>
                    <a:pt x="2313" y="2155"/>
                  </a:cubicBezTo>
                  <a:cubicBezTo>
                    <a:pt x="2282" y="571"/>
                    <a:pt x="2408" y="761"/>
                    <a:pt x="951" y="729"/>
                  </a:cubicBezTo>
                  <a:cubicBezTo>
                    <a:pt x="602" y="793"/>
                    <a:pt x="254" y="698"/>
                    <a:pt x="0" y="539"/>
                  </a:cubicBezTo>
                  <a:lnTo>
                    <a:pt x="0" y="381"/>
                  </a:lnTo>
                  <a:lnTo>
                    <a:pt x="0" y="381"/>
                  </a:lnTo>
                  <a:cubicBezTo>
                    <a:pt x="792" y="1"/>
                    <a:pt x="1616" y="191"/>
                    <a:pt x="2440" y="254"/>
                  </a:cubicBezTo>
                  <a:cubicBezTo>
                    <a:pt x="2757" y="317"/>
                    <a:pt x="2820" y="603"/>
                    <a:pt x="2852" y="888"/>
                  </a:cubicBezTo>
                  <a:cubicBezTo>
                    <a:pt x="2884" y="1331"/>
                    <a:pt x="2852" y="1775"/>
                    <a:pt x="2852" y="2219"/>
                  </a:cubicBezTo>
                  <a:cubicBezTo>
                    <a:pt x="2820" y="2662"/>
                    <a:pt x="3042" y="2852"/>
                    <a:pt x="3486" y="2852"/>
                  </a:cubicBezTo>
                  <a:cubicBezTo>
                    <a:pt x="3929" y="2821"/>
                    <a:pt x="4341" y="2852"/>
                    <a:pt x="4753" y="2852"/>
                  </a:cubicBezTo>
                  <a:cubicBezTo>
                    <a:pt x="5387" y="2884"/>
                    <a:pt x="5609" y="3074"/>
                    <a:pt x="5609" y="3708"/>
                  </a:cubicBezTo>
                  <a:cubicBezTo>
                    <a:pt x="5704" y="4373"/>
                    <a:pt x="5672" y="5071"/>
                    <a:pt x="5514" y="57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4671126" y="2033813"/>
              <a:ext cx="108584" cy="116173"/>
            </a:xfrm>
            <a:custGeom>
              <a:avLst/>
              <a:gdLst/>
              <a:ahLst/>
              <a:cxnLst/>
              <a:rect l="l" t="t" r="r" b="b"/>
              <a:pathLst>
                <a:path w="5451" h="5832" extrusionOk="0">
                  <a:moveTo>
                    <a:pt x="5451" y="381"/>
                  </a:moveTo>
                  <a:lnTo>
                    <a:pt x="5451" y="2662"/>
                  </a:lnTo>
                  <a:cubicBezTo>
                    <a:pt x="5451" y="3106"/>
                    <a:pt x="5419" y="3138"/>
                    <a:pt x="4944" y="3138"/>
                  </a:cubicBezTo>
                  <a:lnTo>
                    <a:pt x="3169" y="3138"/>
                  </a:lnTo>
                  <a:cubicBezTo>
                    <a:pt x="2694" y="3138"/>
                    <a:pt x="2694" y="3138"/>
                    <a:pt x="2694" y="3645"/>
                  </a:cubicBezTo>
                  <a:lnTo>
                    <a:pt x="2694" y="5387"/>
                  </a:lnTo>
                  <a:cubicBezTo>
                    <a:pt x="2694" y="5546"/>
                    <a:pt x="2789" y="5736"/>
                    <a:pt x="2535" y="5831"/>
                  </a:cubicBezTo>
                  <a:cubicBezTo>
                    <a:pt x="2345" y="5546"/>
                    <a:pt x="2282" y="5166"/>
                    <a:pt x="2345" y="4817"/>
                  </a:cubicBezTo>
                  <a:cubicBezTo>
                    <a:pt x="2345" y="3233"/>
                    <a:pt x="2504" y="3423"/>
                    <a:pt x="951" y="3391"/>
                  </a:cubicBezTo>
                  <a:cubicBezTo>
                    <a:pt x="634" y="3391"/>
                    <a:pt x="286" y="3454"/>
                    <a:pt x="0" y="3201"/>
                  </a:cubicBezTo>
                  <a:cubicBezTo>
                    <a:pt x="95" y="2821"/>
                    <a:pt x="412" y="2884"/>
                    <a:pt x="634" y="2852"/>
                  </a:cubicBezTo>
                  <a:cubicBezTo>
                    <a:pt x="1046" y="2821"/>
                    <a:pt x="1490" y="2852"/>
                    <a:pt x="1902" y="2852"/>
                  </a:cubicBezTo>
                  <a:cubicBezTo>
                    <a:pt x="2218" y="2884"/>
                    <a:pt x="2504" y="2599"/>
                    <a:pt x="2472" y="2282"/>
                  </a:cubicBezTo>
                  <a:lnTo>
                    <a:pt x="2472" y="951"/>
                  </a:lnTo>
                  <a:cubicBezTo>
                    <a:pt x="2472" y="508"/>
                    <a:pt x="2694" y="191"/>
                    <a:pt x="3201" y="222"/>
                  </a:cubicBezTo>
                  <a:cubicBezTo>
                    <a:pt x="3961" y="222"/>
                    <a:pt x="4722" y="1"/>
                    <a:pt x="5451" y="4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4616207" y="2144906"/>
              <a:ext cx="55577" cy="59979"/>
            </a:xfrm>
            <a:custGeom>
              <a:avLst/>
              <a:gdLst/>
              <a:ahLst/>
              <a:cxnLst/>
              <a:rect l="l" t="t" r="r" b="b"/>
              <a:pathLst>
                <a:path w="2790" h="3011" extrusionOk="0">
                  <a:moveTo>
                    <a:pt x="2789" y="286"/>
                  </a:moveTo>
                  <a:lnTo>
                    <a:pt x="2789" y="2536"/>
                  </a:lnTo>
                  <a:cubicBezTo>
                    <a:pt x="2789" y="3011"/>
                    <a:pt x="2757" y="3011"/>
                    <a:pt x="2282" y="3011"/>
                  </a:cubicBezTo>
                  <a:lnTo>
                    <a:pt x="444" y="3011"/>
                  </a:lnTo>
                  <a:cubicBezTo>
                    <a:pt x="127" y="3011"/>
                    <a:pt x="1" y="2916"/>
                    <a:pt x="1" y="2599"/>
                  </a:cubicBezTo>
                  <a:lnTo>
                    <a:pt x="1" y="254"/>
                  </a:lnTo>
                  <a:lnTo>
                    <a:pt x="96" y="191"/>
                  </a:lnTo>
                  <a:cubicBezTo>
                    <a:pt x="951" y="1"/>
                    <a:pt x="1838" y="1"/>
                    <a:pt x="2694" y="1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4444516" y="2091879"/>
              <a:ext cx="62509" cy="59362"/>
            </a:xfrm>
            <a:custGeom>
              <a:avLst/>
              <a:gdLst/>
              <a:ahLst/>
              <a:cxnLst/>
              <a:rect l="l" t="t" r="r" b="b"/>
              <a:pathLst>
                <a:path w="3138" h="2980" extrusionOk="0">
                  <a:moveTo>
                    <a:pt x="3138" y="286"/>
                  </a:moveTo>
                  <a:lnTo>
                    <a:pt x="3138" y="2536"/>
                  </a:lnTo>
                  <a:cubicBezTo>
                    <a:pt x="3138" y="2821"/>
                    <a:pt x="3043" y="2979"/>
                    <a:pt x="2726" y="2948"/>
                  </a:cubicBezTo>
                  <a:cubicBezTo>
                    <a:pt x="1933" y="2948"/>
                    <a:pt x="1141" y="2948"/>
                    <a:pt x="349" y="2948"/>
                  </a:cubicBezTo>
                  <a:lnTo>
                    <a:pt x="254" y="2853"/>
                  </a:lnTo>
                  <a:cubicBezTo>
                    <a:pt x="127" y="1965"/>
                    <a:pt x="1" y="1078"/>
                    <a:pt x="349" y="223"/>
                  </a:cubicBezTo>
                  <a:cubicBezTo>
                    <a:pt x="1268" y="1"/>
                    <a:pt x="2219" y="1"/>
                    <a:pt x="3138" y="2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4"/>
            <p:cNvSpPr/>
            <p:nvPr/>
          </p:nvSpPr>
          <p:spPr>
            <a:xfrm>
              <a:off x="4397804" y="2143651"/>
              <a:ext cx="53684" cy="61872"/>
            </a:xfrm>
            <a:custGeom>
              <a:avLst/>
              <a:gdLst/>
              <a:ahLst/>
              <a:cxnLst/>
              <a:rect l="l" t="t" r="r" b="b"/>
              <a:pathLst>
                <a:path w="2695" h="3106" extrusionOk="0">
                  <a:moveTo>
                    <a:pt x="2662" y="349"/>
                  </a:moveTo>
                  <a:cubicBezTo>
                    <a:pt x="2662" y="1109"/>
                    <a:pt x="2662" y="1870"/>
                    <a:pt x="2694" y="2662"/>
                  </a:cubicBezTo>
                  <a:cubicBezTo>
                    <a:pt x="2694" y="2979"/>
                    <a:pt x="2567" y="3106"/>
                    <a:pt x="2250" y="3106"/>
                  </a:cubicBezTo>
                  <a:lnTo>
                    <a:pt x="413" y="3106"/>
                  </a:lnTo>
                  <a:cubicBezTo>
                    <a:pt x="64" y="3106"/>
                    <a:pt x="1" y="2947"/>
                    <a:pt x="1" y="2662"/>
                  </a:cubicBezTo>
                  <a:cubicBezTo>
                    <a:pt x="1" y="1870"/>
                    <a:pt x="1" y="1109"/>
                    <a:pt x="32" y="317"/>
                  </a:cubicBezTo>
                  <a:lnTo>
                    <a:pt x="32" y="317"/>
                  </a:lnTo>
                  <a:cubicBezTo>
                    <a:pt x="888" y="0"/>
                    <a:pt x="1839" y="0"/>
                    <a:pt x="2694" y="3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4"/>
            <p:cNvSpPr/>
            <p:nvPr/>
          </p:nvSpPr>
          <p:spPr>
            <a:xfrm>
              <a:off x="4559395" y="2091262"/>
              <a:ext cx="63146" cy="59979"/>
            </a:xfrm>
            <a:custGeom>
              <a:avLst/>
              <a:gdLst/>
              <a:ahLst/>
              <a:cxnLst/>
              <a:rect l="l" t="t" r="r" b="b"/>
              <a:pathLst>
                <a:path w="3170" h="3011" extrusionOk="0">
                  <a:moveTo>
                    <a:pt x="2821" y="2979"/>
                  </a:moveTo>
                  <a:cubicBezTo>
                    <a:pt x="1934" y="3010"/>
                    <a:pt x="1046" y="3010"/>
                    <a:pt x="159" y="2979"/>
                  </a:cubicBezTo>
                  <a:cubicBezTo>
                    <a:pt x="1" y="2187"/>
                    <a:pt x="127" y="1331"/>
                    <a:pt x="96" y="539"/>
                  </a:cubicBezTo>
                  <a:cubicBezTo>
                    <a:pt x="64" y="349"/>
                    <a:pt x="222" y="159"/>
                    <a:pt x="413" y="159"/>
                  </a:cubicBezTo>
                  <a:cubicBezTo>
                    <a:pt x="1205" y="127"/>
                    <a:pt x="2029" y="0"/>
                    <a:pt x="2821" y="254"/>
                  </a:cubicBezTo>
                  <a:cubicBezTo>
                    <a:pt x="3169" y="1141"/>
                    <a:pt x="3169" y="2091"/>
                    <a:pt x="2821" y="297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4664174" y="2097557"/>
              <a:ext cx="58107" cy="53047"/>
            </a:xfrm>
            <a:custGeom>
              <a:avLst/>
              <a:gdLst/>
              <a:ahLst/>
              <a:cxnLst/>
              <a:rect l="l" t="t" r="r" b="b"/>
              <a:pathLst>
                <a:path w="2917" h="2663" extrusionOk="0">
                  <a:moveTo>
                    <a:pt x="413" y="1"/>
                  </a:moveTo>
                  <a:lnTo>
                    <a:pt x="2124" y="1"/>
                  </a:lnTo>
                  <a:cubicBezTo>
                    <a:pt x="2884" y="1"/>
                    <a:pt x="2884" y="1"/>
                    <a:pt x="2916" y="793"/>
                  </a:cubicBezTo>
                  <a:lnTo>
                    <a:pt x="2916" y="2631"/>
                  </a:lnTo>
                  <a:cubicBezTo>
                    <a:pt x="2060" y="2663"/>
                    <a:pt x="1205" y="2663"/>
                    <a:pt x="381" y="2631"/>
                  </a:cubicBezTo>
                  <a:lnTo>
                    <a:pt x="381" y="2631"/>
                  </a:lnTo>
                  <a:cubicBezTo>
                    <a:pt x="1" y="1775"/>
                    <a:pt x="32" y="825"/>
                    <a:pt x="4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4288602" y="2044549"/>
              <a:ext cx="51792" cy="50517"/>
            </a:xfrm>
            <a:custGeom>
              <a:avLst/>
              <a:gdLst/>
              <a:ahLst/>
              <a:cxnLst/>
              <a:rect l="l" t="t" r="r" b="b"/>
              <a:pathLst>
                <a:path w="2600" h="2536" extrusionOk="0">
                  <a:moveTo>
                    <a:pt x="64" y="0"/>
                  </a:moveTo>
                  <a:lnTo>
                    <a:pt x="2092" y="0"/>
                  </a:lnTo>
                  <a:cubicBezTo>
                    <a:pt x="2441" y="0"/>
                    <a:pt x="2599" y="95"/>
                    <a:pt x="2567" y="444"/>
                  </a:cubicBezTo>
                  <a:lnTo>
                    <a:pt x="2567" y="2092"/>
                  </a:lnTo>
                  <a:cubicBezTo>
                    <a:pt x="2567" y="2408"/>
                    <a:pt x="2441" y="2535"/>
                    <a:pt x="2155" y="2535"/>
                  </a:cubicBezTo>
                  <a:lnTo>
                    <a:pt x="96" y="2535"/>
                  </a:lnTo>
                  <a:cubicBezTo>
                    <a:pt x="1" y="1680"/>
                    <a:pt x="1" y="824"/>
                    <a:pt x="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4451468" y="2041382"/>
              <a:ext cx="164121" cy="108604"/>
            </a:xfrm>
            <a:custGeom>
              <a:avLst/>
              <a:gdLst/>
              <a:ahLst/>
              <a:cxnLst/>
              <a:rect l="l" t="t" r="r" b="b"/>
              <a:pathLst>
                <a:path w="8239" h="5452" extrusionOk="0">
                  <a:moveTo>
                    <a:pt x="8239" y="2821"/>
                  </a:moveTo>
                  <a:cubicBezTo>
                    <a:pt x="7478" y="2821"/>
                    <a:pt x="6750" y="2821"/>
                    <a:pt x="6021" y="2821"/>
                  </a:cubicBezTo>
                  <a:cubicBezTo>
                    <a:pt x="5672" y="2821"/>
                    <a:pt x="5577" y="2948"/>
                    <a:pt x="5577" y="3265"/>
                  </a:cubicBezTo>
                  <a:lnTo>
                    <a:pt x="5577" y="5451"/>
                  </a:lnTo>
                  <a:cubicBezTo>
                    <a:pt x="5387" y="5356"/>
                    <a:pt x="5450" y="5166"/>
                    <a:pt x="5450" y="4976"/>
                  </a:cubicBezTo>
                  <a:lnTo>
                    <a:pt x="5450" y="3391"/>
                  </a:lnTo>
                  <a:cubicBezTo>
                    <a:pt x="5450" y="2821"/>
                    <a:pt x="5450" y="2821"/>
                    <a:pt x="4880" y="2821"/>
                  </a:cubicBezTo>
                  <a:lnTo>
                    <a:pt x="2757" y="2821"/>
                  </a:lnTo>
                  <a:lnTo>
                    <a:pt x="0" y="2821"/>
                  </a:lnTo>
                  <a:cubicBezTo>
                    <a:pt x="0" y="2377"/>
                    <a:pt x="380" y="2504"/>
                    <a:pt x="634" y="2472"/>
                  </a:cubicBezTo>
                  <a:cubicBezTo>
                    <a:pt x="1331" y="2441"/>
                    <a:pt x="2028" y="2441"/>
                    <a:pt x="2725" y="2472"/>
                  </a:cubicBezTo>
                  <a:cubicBezTo>
                    <a:pt x="3327" y="2472"/>
                    <a:pt x="3961" y="2472"/>
                    <a:pt x="4563" y="2472"/>
                  </a:cubicBezTo>
                  <a:cubicBezTo>
                    <a:pt x="5038" y="2472"/>
                    <a:pt x="5229" y="2314"/>
                    <a:pt x="5229" y="1807"/>
                  </a:cubicBezTo>
                  <a:lnTo>
                    <a:pt x="5229" y="698"/>
                  </a:lnTo>
                  <a:cubicBezTo>
                    <a:pt x="5197" y="444"/>
                    <a:pt x="5292" y="223"/>
                    <a:pt x="5450" y="32"/>
                  </a:cubicBezTo>
                  <a:lnTo>
                    <a:pt x="5545" y="1"/>
                  </a:lnTo>
                  <a:cubicBezTo>
                    <a:pt x="5577" y="1"/>
                    <a:pt x="5609" y="32"/>
                    <a:pt x="5640" y="64"/>
                  </a:cubicBezTo>
                  <a:cubicBezTo>
                    <a:pt x="5862" y="603"/>
                    <a:pt x="5736" y="1142"/>
                    <a:pt x="5736" y="1712"/>
                  </a:cubicBezTo>
                  <a:cubicBezTo>
                    <a:pt x="5767" y="2409"/>
                    <a:pt x="5831" y="2472"/>
                    <a:pt x="6528" y="2504"/>
                  </a:cubicBezTo>
                  <a:cubicBezTo>
                    <a:pt x="6908" y="2472"/>
                    <a:pt x="7288" y="2472"/>
                    <a:pt x="7668" y="2504"/>
                  </a:cubicBezTo>
                  <a:cubicBezTo>
                    <a:pt x="7922" y="2536"/>
                    <a:pt x="8207" y="2472"/>
                    <a:pt x="8239" y="28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4015917" y="1224602"/>
              <a:ext cx="106692" cy="162228"/>
            </a:xfrm>
            <a:custGeom>
              <a:avLst/>
              <a:gdLst/>
              <a:ahLst/>
              <a:cxnLst/>
              <a:rect l="l" t="t" r="r" b="b"/>
              <a:pathLst>
                <a:path w="5356" h="8144" extrusionOk="0">
                  <a:moveTo>
                    <a:pt x="64" y="0"/>
                  </a:moveTo>
                  <a:lnTo>
                    <a:pt x="4500" y="32"/>
                  </a:lnTo>
                  <a:lnTo>
                    <a:pt x="5039" y="32"/>
                  </a:lnTo>
                  <a:cubicBezTo>
                    <a:pt x="5261" y="32"/>
                    <a:pt x="5356" y="127"/>
                    <a:pt x="5356" y="349"/>
                  </a:cubicBezTo>
                  <a:lnTo>
                    <a:pt x="5356" y="2345"/>
                  </a:lnTo>
                  <a:cubicBezTo>
                    <a:pt x="5356" y="2598"/>
                    <a:pt x="5197" y="2662"/>
                    <a:pt x="4976" y="2662"/>
                  </a:cubicBezTo>
                  <a:lnTo>
                    <a:pt x="3233" y="2662"/>
                  </a:lnTo>
                  <a:cubicBezTo>
                    <a:pt x="2662" y="2662"/>
                    <a:pt x="2662" y="2662"/>
                    <a:pt x="2662" y="3232"/>
                  </a:cubicBezTo>
                  <a:lnTo>
                    <a:pt x="2662" y="7890"/>
                  </a:lnTo>
                  <a:cubicBezTo>
                    <a:pt x="2662" y="7985"/>
                    <a:pt x="2662" y="8049"/>
                    <a:pt x="2662" y="8144"/>
                  </a:cubicBezTo>
                  <a:lnTo>
                    <a:pt x="1" y="8144"/>
                  </a:lnTo>
                  <a:lnTo>
                    <a:pt x="1" y="190"/>
                  </a:lnTo>
                  <a:cubicBezTo>
                    <a:pt x="32" y="127"/>
                    <a:pt x="32" y="63"/>
                    <a:pt x="64" y="0"/>
                  </a:cubicBezTo>
                  <a:close/>
                </a:path>
              </a:pathLst>
            </a:custGeom>
            <a:solidFill>
              <a:srgbClr val="A166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4392764" y="1986463"/>
              <a:ext cx="114261" cy="59999"/>
            </a:xfrm>
            <a:custGeom>
              <a:avLst/>
              <a:gdLst/>
              <a:ahLst/>
              <a:cxnLst/>
              <a:rect l="l" t="t" r="r" b="b"/>
              <a:pathLst>
                <a:path w="5736" h="3012" extrusionOk="0">
                  <a:moveTo>
                    <a:pt x="285" y="1"/>
                  </a:moveTo>
                  <a:lnTo>
                    <a:pt x="5134" y="1"/>
                  </a:lnTo>
                  <a:cubicBezTo>
                    <a:pt x="5704" y="1"/>
                    <a:pt x="5704" y="1"/>
                    <a:pt x="5736" y="603"/>
                  </a:cubicBezTo>
                  <a:lnTo>
                    <a:pt x="5736" y="2789"/>
                  </a:lnTo>
                  <a:lnTo>
                    <a:pt x="5641" y="2885"/>
                  </a:lnTo>
                  <a:cubicBezTo>
                    <a:pt x="5324" y="2980"/>
                    <a:pt x="5007" y="3011"/>
                    <a:pt x="4722" y="2980"/>
                  </a:cubicBezTo>
                  <a:lnTo>
                    <a:pt x="982" y="2980"/>
                  </a:lnTo>
                  <a:cubicBezTo>
                    <a:pt x="254" y="2980"/>
                    <a:pt x="95" y="2821"/>
                    <a:pt x="63" y="2092"/>
                  </a:cubicBezTo>
                  <a:cubicBezTo>
                    <a:pt x="0" y="1459"/>
                    <a:pt x="32" y="857"/>
                    <a:pt x="127" y="223"/>
                  </a:cubicBezTo>
                  <a:cubicBezTo>
                    <a:pt x="159" y="128"/>
                    <a:pt x="190" y="64"/>
                    <a:pt x="2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4562562" y="1985845"/>
              <a:ext cx="114899" cy="60617"/>
            </a:xfrm>
            <a:custGeom>
              <a:avLst/>
              <a:gdLst/>
              <a:ahLst/>
              <a:cxnLst/>
              <a:rect l="l" t="t" r="r" b="b"/>
              <a:pathLst>
                <a:path w="5768" h="3043" extrusionOk="0">
                  <a:moveTo>
                    <a:pt x="0" y="2789"/>
                  </a:moveTo>
                  <a:lnTo>
                    <a:pt x="0" y="507"/>
                  </a:lnTo>
                  <a:cubicBezTo>
                    <a:pt x="0" y="64"/>
                    <a:pt x="0" y="32"/>
                    <a:pt x="475" y="32"/>
                  </a:cubicBezTo>
                  <a:lnTo>
                    <a:pt x="4658" y="32"/>
                  </a:lnTo>
                  <a:cubicBezTo>
                    <a:pt x="4912" y="32"/>
                    <a:pt x="5197" y="0"/>
                    <a:pt x="5450" y="0"/>
                  </a:cubicBezTo>
                  <a:lnTo>
                    <a:pt x="5545" y="95"/>
                  </a:lnTo>
                  <a:cubicBezTo>
                    <a:pt x="5767" y="888"/>
                    <a:pt x="5672" y="1680"/>
                    <a:pt x="5640" y="2472"/>
                  </a:cubicBezTo>
                  <a:cubicBezTo>
                    <a:pt x="5609" y="2757"/>
                    <a:pt x="5387" y="2947"/>
                    <a:pt x="5133" y="2979"/>
                  </a:cubicBezTo>
                  <a:cubicBezTo>
                    <a:pt x="3486" y="3042"/>
                    <a:pt x="1838" y="3042"/>
                    <a:pt x="190" y="2916"/>
                  </a:cubicBezTo>
                  <a:cubicBezTo>
                    <a:pt x="95" y="2916"/>
                    <a:pt x="63" y="2884"/>
                    <a:pt x="0" y="2820"/>
                  </a:cubicBezTo>
                  <a:cubicBezTo>
                    <a:pt x="0" y="2820"/>
                    <a:pt x="0" y="2789"/>
                    <a:pt x="0" y="27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4334677" y="1932181"/>
              <a:ext cx="63784" cy="58724"/>
            </a:xfrm>
            <a:custGeom>
              <a:avLst/>
              <a:gdLst/>
              <a:ahLst/>
              <a:cxnLst/>
              <a:rect l="l" t="t" r="r" b="b"/>
              <a:pathLst>
                <a:path w="3202" h="2948" extrusionOk="0">
                  <a:moveTo>
                    <a:pt x="3201" y="2726"/>
                  </a:moveTo>
                  <a:lnTo>
                    <a:pt x="3201" y="2853"/>
                  </a:lnTo>
                  <a:cubicBezTo>
                    <a:pt x="2377" y="2948"/>
                    <a:pt x="1554" y="2948"/>
                    <a:pt x="761" y="2884"/>
                  </a:cubicBezTo>
                  <a:cubicBezTo>
                    <a:pt x="508" y="2884"/>
                    <a:pt x="318" y="2726"/>
                    <a:pt x="286" y="2504"/>
                  </a:cubicBezTo>
                  <a:cubicBezTo>
                    <a:pt x="191" y="1680"/>
                    <a:pt x="1" y="825"/>
                    <a:pt x="413" y="33"/>
                  </a:cubicBezTo>
                  <a:lnTo>
                    <a:pt x="413" y="1"/>
                  </a:lnTo>
                  <a:cubicBezTo>
                    <a:pt x="1205" y="1"/>
                    <a:pt x="1965" y="33"/>
                    <a:pt x="2726" y="1"/>
                  </a:cubicBezTo>
                  <a:cubicBezTo>
                    <a:pt x="3075" y="1"/>
                    <a:pt x="3201" y="128"/>
                    <a:pt x="3201" y="476"/>
                  </a:cubicBezTo>
                  <a:cubicBezTo>
                    <a:pt x="3170" y="1237"/>
                    <a:pt x="3201" y="1997"/>
                    <a:pt x="3201" y="272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4500690" y="2041382"/>
              <a:ext cx="59362" cy="53684"/>
            </a:xfrm>
            <a:custGeom>
              <a:avLst/>
              <a:gdLst/>
              <a:ahLst/>
              <a:cxnLst/>
              <a:rect l="l" t="t" r="r" b="b"/>
              <a:pathLst>
                <a:path w="2980" h="2695" extrusionOk="0">
                  <a:moveTo>
                    <a:pt x="2979" y="32"/>
                  </a:moveTo>
                  <a:lnTo>
                    <a:pt x="2979" y="1934"/>
                  </a:lnTo>
                  <a:cubicBezTo>
                    <a:pt x="2979" y="2663"/>
                    <a:pt x="2979" y="2663"/>
                    <a:pt x="2282" y="2694"/>
                  </a:cubicBezTo>
                  <a:lnTo>
                    <a:pt x="318" y="2694"/>
                  </a:lnTo>
                  <a:cubicBezTo>
                    <a:pt x="1" y="1839"/>
                    <a:pt x="1" y="888"/>
                    <a:pt x="318" y="32"/>
                  </a:cubicBezTo>
                  <a:lnTo>
                    <a:pt x="3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4671763" y="1932818"/>
              <a:ext cx="61234" cy="60617"/>
            </a:xfrm>
            <a:custGeom>
              <a:avLst/>
              <a:gdLst/>
              <a:ahLst/>
              <a:cxnLst/>
              <a:rect l="l" t="t" r="r" b="b"/>
              <a:pathLst>
                <a:path w="3074" h="3043" extrusionOk="0">
                  <a:moveTo>
                    <a:pt x="0" y="2662"/>
                  </a:moveTo>
                  <a:lnTo>
                    <a:pt x="0" y="476"/>
                  </a:lnTo>
                  <a:cubicBezTo>
                    <a:pt x="0" y="1"/>
                    <a:pt x="0" y="1"/>
                    <a:pt x="475" y="1"/>
                  </a:cubicBezTo>
                  <a:lnTo>
                    <a:pt x="2630" y="1"/>
                  </a:lnTo>
                  <a:lnTo>
                    <a:pt x="2662" y="32"/>
                  </a:lnTo>
                  <a:cubicBezTo>
                    <a:pt x="3074" y="824"/>
                    <a:pt x="2852" y="1648"/>
                    <a:pt x="2789" y="2472"/>
                  </a:cubicBezTo>
                  <a:cubicBezTo>
                    <a:pt x="2757" y="2662"/>
                    <a:pt x="2598" y="2821"/>
                    <a:pt x="2408" y="2821"/>
                  </a:cubicBezTo>
                  <a:cubicBezTo>
                    <a:pt x="1616" y="2884"/>
                    <a:pt x="792" y="3043"/>
                    <a:pt x="0" y="26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4289877" y="1932181"/>
              <a:ext cx="216510" cy="218423"/>
            </a:xfrm>
            <a:custGeom>
              <a:avLst/>
              <a:gdLst/>
              <a:ahLst/>
              <a:cxnLst/>
              <a:rect l="l" t="t" r="r" b="b"/>
              <a:pathLst>
                <a:path w="10869" h="10965" extrusionOk="0">
                  <a:moveTo>
                    <a:pt x="10869" y="5514"/>
                  </a:moveTo>
                  <a:lnTo>
                    <a:pt x="10869" y="8176"/>
                  </a:lnTo>
                  <a:lnTo>
                    <a:pt x="8651" y="8176"/>
                  </a:lnTo>
                  <a:cubicBezTo>
                    <a:pt x="8461" y="8176"/>
                    <a:pt x="8239" y="8081"/>
                    <a:pt x="8112" y="8303"/>
                  </a:cubicBezTo>
                  <a:cubicBezTo>
                    <a:pt x="8112" y="9190"/>
                    <a:pt x="8112" y="10077"/>
                    <a:pt x="8112" y="10965"/>
                  </a:cubicBezTo>
                  <a:lnTo>
                    <a:pt x="5450" y="10965"/>
                  </a:lnTo>
                  <a:lnTo>
                    <a:pt x="5450" y="8683"/>
                  </a:lnTo>
                  <a:cubicBezTo>
                    <a:pt x="5450" y="8240"/>
                    <a:pt x="5419" y="8208"/>
                    <a:pt x="4943" y="8208"/>
                  </a:cubicBezTo>
                  <a:lnTo>
                    <a:pt x="3137" y="8208"/>
                  </a:lnTo>
                  <a:cubicBezTo>
                    <a:pt x="2662" y="8208"/>
                    <a:pt x="2662" y="8208"/>
                    <a:pt x="2662" y="7733"/>
                  </a:cubicBezTo>
                  <a:lnTo>
                    <a:pt x="2662" y="5926"/>
                  </a:lnTo>
                  <a:cubicBezTo>
                    <a:pt x="2662" y="5610"/>
                    <a:pt x="2567" y="5483"/>
                    <a:pt x="2250" y="5514"/>
                  </a:cubicBezTo>
                  <a:lnTo>
                    <a:pt x="0" y="5514"/>
                  </a:lnTo>
                  <a:lnTo>
                    <a:pt x="0" y="540"/>
                  </a:lnTo>
                  <a:cubicBezTo>
                    <a:pt x="0" y="33"/>
                    <a:pt x="0" y="1"/>
                    <a:pt x="507" y="1"/>
                  </a:cubicBezTo>
                  <a:cubicBezTo>
                    <a:pt x="1236" y="1"/>
                    <a:pt x="1965" y="33"/>
                    <a:pt x="2693" y="33"/>
                  </a:cubicBezTo>
                  <a:lnTo>
                    <a:pt x="2693" y="2219"/>
                  </a:lnTo>
                  <a:cubicBezTo>
                    <a:pt x="2693" y="2726"/>
                    <a:pt x="2693" y="2726"/>
                    <a:pt x="3169" y="2726"/>
                  </a:cubicBezTo>
                  <a:lnTo>
                    <a:pt x="4975" y="2726"/>
                  </a:lnTo>
                  <a:cubicBezTo>
                    <a:pt x="5133" y="2726"/>
                    <a:pt x="5324" y="2758"/>
                    <a:pt x="5482" y="2821"/>
                  </a:cubicBezTo>
                  <a:lnTo>
                    <a:pt x="5482" y="5007"/>
                  </a:lnTo>
                  <a:cubicBezTo>
                    <a:pt x="5482" y="5483"/>
                    <a:pt x="5482" y="5483"/>
                    <a:pt x="5957" y="5483"/>
                  </a:cubicBezTo>
                  <a:lnTo>
                    <a:pt x="10647" y="54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4562562" y="1932181"/>
              <a:ext cx="217148" cy="217805"/>
            </a:xfrm>
            <a:custGeom>
              <a:avLst/>
              <a:gdLst/>
              <a:ahLst/>
              <a:cxnLst/>
              <a:rect l="l" t="t" r="r" b="b"/>
              <a:pathLst>
                <a:path w="10901" h="10934" extrusionOk="0">
                  <a:moveTo>
                    <a:pt x="5482" y="2726"/>
                  </a:moveTo>
                  <a:lnTo>
                    <a:pt x="7447" y="2726"/>
                  </a:lnTo>
                  <a:cubicBezTo>
                    <a:pt x="8112" y="2726"/>
                    <a:pt x="8112" y="2726"/>
                    <a:pt x="8112" y="2092"/>
                  </a:cubicBezTo>
                  <a:lnTo>
                    <a:pt x="8112" y="33"/>
                  </a:lnTo>
                  <a:cubicBezTo>
                    <a:pt x="8873" y="33"/>
                    <a:pt x="9601" y="1"/>
                    <a:pt x="10362" y="1"/>
                  </a:cubicBezTo>
                  <a:cubicBezTo>
                    <a:pt x="10869" y="1"/>
                    <a:pt x="10869" y="1"/>
                    <a:pt x="10901" y="508"/>
                  </a:cubicBezTo>
                  <a:lnTo>
                    <a:pt x="10901" y="4627"/>
                  </a:lnTo>
                  <a:lnTo>
                    <a:pt x="10901" y="5483"/>
                  </a:lnTo>
                  <a:lnTo>
                    <a:pt x="8524" y="5483"/>
                  </a:lnTo>
                  <a:cubicBezTo>
                    <a:pt x="8207" y="5483"/>
                    <a:pt x="8080" y="5610"/>
                    <a:pt x="8080" y="5926"/>
                  </a:cubicBezTo>
                  <a:lnTo>
                    <a:pt x="8080" y="7701"/>
                  </a:lnTo>
                  <a:cubicBezTo>
                    <a:pt x="8080" y="8176"/>
                    <a:pt x="8080" y="8176"/>
                    <a:pt x="7605" y="8176"/>
                  </a:cubicBezTo>
                  <a:lnTo>
                    <a:pt x="5767" y="8176"/>
                  </a:lnTo>
                  <a:cubicBezTo>
                    <a:pt x="5640" y="8176"/>
                    <a:pt x="5545" y="8176"/>
                    <a:pt x="5450" y="8271"/>
                  </a:cubicBezTo>
                  <a:cubicBezTo>
                    <a:pt x="5387" y="9159"/>
                    <a:pt x="5355" y="10046"/>
                    <a:pt x="5419" y="10933"/>
                  </a:cubicBezTo>
                  <a:lnTo>
                    <a:pt x="2662" y="10933"/>
                  </a:lnTo>
                  <a:lnTo>
                    <a:pt x="2662" y="8303"/>
                  </a:lnTo>
                  <a:cubicBezTo>
                    <a:pt x="2567" y="8081"/>
                    <a:pt x="2345" y="8145"/>
                    <a:pt x="2187" y="8145"/>
                  </a:cubicBezTo>
                  <a:lnTo>
                    <a:pt x="475" y="8145"/>
                  </a:lnTo>
                  <a:cubicBezTo>
                    <a:pt x="127" y="8145"/>
                    <a:pt x="0" y="8049"/>
                    <a:pt x="0" y="7701"/>
                  </a:cubicBezTo>
                  <a:lnTo>
                    <a:pt x="0" y="5514"/>
                  </a:lnTo>
                  <a:lnTo>
                    <a:pt x="3929" y="5483"/>
                  </a:lnTo>
                  <a:lnTo>
                    <a:pt x="4848" y="5483"/>
                  </a:lnTo>
                  <a:cubicBezTo>
                    <a:pt x="5450" y="5483"/>
                    <a:pt x="5419" y="5483"/>
                    <a:pt x="5450" y="4912"/>
                  </a:cubicBezTo>
                  <a:cubicBezTo>
                    <a:pt x="5482" y="4184"/>
                    <a:pt x="5387" y="3455"/>
                    <a:pt x="5482" y="27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4943811" y="1225220"/>
              <a:ext cx="106692" cy="162248"/>
            </a:xfrm>
            <a:custGeom>
              <a:avLst/>
              <a:gdLst/>
              <a:ahLst/>
              <a:cxnLst/>
              <a:rect l="l" t="t" r="r" b="b"/>
              <a:pathLst>
                <a:path w="5356" h="8145" extrusionOk="0">
                  <a:moveTo>
                    <a:pt x="2726" y="8144"/>
                  </a:moveTo>
                  <a:lnTo>
                    <a:pt x="2694" y="3613"/>
                  </a:lnTo>
                  <a:lnTo>
                    <a:pt x="2694" y="3169"/>
                  </a:lnTo>
                  <a:cubicBezTo>
                    <a:pt x="2694" y="2694"/>
                    <a:pt x="2662" y="2662"/>
                    <a:pt x="2219" y="2662"/>
                  </a:cubicBezTo>
                  <a:lnTo>
                    <a:pt x="476" y="2662"/>
                  </a:lnTo>
                  <a:cubicBezTo>
                    <a:pt x="127" y="2662"/>
                    <a:pt x="0" y="2536"/>
                    <a:pt x="0" y="2187"/>
                  </a:cubicBezTo>
                  <a:lnTo>
                    <a:pt x="0" y="476"/>
                  </a:lnTo>
                  <a:cubicBezTo>
                    <a:pt x="0" y="1"/>
                    <a:pt x="32" y="1"/>
                    <a:pt x="539" y="1"/>
                  </a:cubicBezTo>
                  <a:lnTo>
                    <a:pt x="4785" y="1"/>
                  </a:lnTo>
                  <a:cubicBezTo>
                    <a:pt x="5324" y="1"/>
                    <a:pt x="5356" y="1"/>
                    <a:pt x="5356" y="603"/>
                  </a:cubicBezTo>
                  <a:lnTo>
                    <a:pt x="5356" y="8113"/>
                  </a:lnTo>
                  <a:close/>
                </a:path>
              </a:pathLst>
            </a:custGeom>
            <a:solidFill>
              <a:srgbClr val="A166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619;p34">
            <a:extLst>
              <a:ext uri="{FF2B5EF4-FFF2-40B4-BE49-F238E27FC236}">
                <a16:creationId xmlns:a16="http://schemas.microsoft.com/office/drawing/2014/main" id="{FF896683-82F4-481B-8B63-C28F5129DC06}"/>
              </a:ext>
            </a:extLst>
          </p:cNvPr>
          <p:cNvSpPr/>
          <p:nvPr/>
        </p:nvSpPr>
        <p:spPr>
          <a:xfrm>
            <a:off x="54101" y="977088"/>
            <a:ext cx="2337600" cy="3189300"/>
          </a:xfrm>
          <a:prstGeom prst="rect">
            <a:avLst/>
          </a:prstGeom>
          <a:solidFill>
            <a:schemeClr val="lt2"/>
          </a:solidFill>
          <a:ln w="28575" cap="sq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620;p34">
            <a:extLst>
              <a:ext uri="{FF2B5EF4-FFF2-40B4-BE49-F238E27FC236}">
                <a16:creationId xmlns:a16="http://schemas.microsoft.com/office/drawing/2014/main" id="{608B56D7-EE49-42C8-9C07-CDB9974C6F81}"/>
              </a:ext>
            </a:extLst>
          </p:cNvPr>
          <p:cNvGrpSpPr/>
          <p:nvPr/>
        </p:nvGrpSpPr>
        <p:grpSpPr>
          <a:xfrm>
            <a:off x="379909" y="1288192"/>
            <a:ext cx="1685985" cy="2567090"/>
            <a:chOff x="3906098" y="458300"/>
            <a:chExt cx="1256135" cy="1912599"/>
          </a:xfrm>
        </p:grpSpPr>
        <p:sp>
          <p:nvSpPr>
            <p:cNvPr id="91" name="Google Shape;621;p34">
              <a:extLst>
                <a:ext uri="{FF2B5EF4-FFF2-40B4-BE49-F238E27FC236}">
                  <a16:creationId xmlns:a16="http://schemas.microsoft.com/office/drawing/2014/main" id="{26CDE089-340B-4BE3-A70C-B188486AF680}"/>
                </a:ext>
              </a:extLst>
            </p:cNvPr>
            <p:cNvSpPr/>
            <p:nvPr/>
          </p:nvSpPr>
          <p:spPr>
            <a:xfrm>
              <a:off x="4118187" y="1053529"/>
              <a:ext cx="830684" cy="775784"/>
            </a:xfrm>
            <a:custGeom>
              <a:avLst/>
              <a:gdLst/>
              <a:ahLst/>
              <a:cxnLst/>
              <a:rect l="l" t="t" r="r" b="b"/>
              <a:pathLst>
                <a:path w="41701" h="38945" extrusionOk="0">
                  <a:moveTo>
                    <a:pt x="41384" y="22214"/>
                  </a:moveTo>
                  <a:lnTo>
                    <a:pt x="41352" y="26713"/>
                  </a:lnTo>
                  <a:lnTo>
                    <a:pt x="41352" y="27125"/>
                  </a:lnTo>
                  <a:cubicBezTo>
                    <a:pt x="41352" y="27664"/>
                    <a:pt x="41352" y="27664"/>
                    <a:pt x="40814" y="27696"/>
                  </a:cubicBezTo>
                  <a:cubicBezTo>
                    <a:pt x="40275" y="27696"/>
                    <a:pt x="39736" y="27696"/>
                    <a:pt x="39229" y="27696"/>
                  </a:cubicBezTo>
                  <a:cubicBezTo>
                    <a:pt x="38691" y="27696"/>
                    <a:pt x="38691" y="27727"/>
                    <a:pt x="38691" y="28203"/>
                  </a:cubicBezTo>
                  <a:lnTo>
                    <a:pt x="38691" y="29945"/>
                  </a:lnTo>
                  <a:cubicBezTo>
                    <a:pt x="38691" y="30421"/>
                    <a:pt x="38691" y="30452"/>
                    <a:pt x="38152" y="30452"/>
                  </a:cubicBezTo>
                  <a:lnTo>
                    <a:pt x="36314" y="30452"/>
                  </a:lnTo>
                  <a:cubicBezTo>
                    <a:pt x="36029" y="30452"/>
                    <a:pt x="35902" y="30548"/>
                    <a:pt x="35902" y="30833"/>
                  </a:cubicBezTo>
                  <a:lnTo>
                    <a:pt x="35902" y="32639"/>
                  </a:lnTo>
                  <a:cubicBezTo>
                    <a:pt x="35902" y="33241"/>
                    <a:pt x="35902" y="33209"/>
                    <a:pt x="35363" y="33209"/>
                  </a:cubicBezTo>
                  <a:cubicBezTo>
                    <a:pt x="34825" y="33209"/>
                    <a:pt x="34254" y="33209"/>
                    <a:pt x="33716" y="33209"/>
                  </a:cubicBezTo>
                  <a:cubicBezTo>
                    <a:pt x="33240" y="33209"/>
                    <a:pt x="33240" y="33209"/>
                    <a:pt x="33240" y="33716"/>
                  </a:cubicBezTo>
                  <a:lnTo>
                    <a:pt x="33240" y="35427"/>
                  </a:lnTo>
                  <a:cubicBezTo>
                    <a:pt x="33240" y="35903"/>
                    <a:pt x="33240" y="35903"/>
                    <a:pt x="32733" y="35934"/>
                  </a:cubicBezTo>
                  <a:lnTo>
                    <a:pt x="30547" y="35934"/>
                  </a:lnTo>
                  <a:cubicBezTo>
                    <a:pt x="30167" y="36093"/>
                    <a:pt x="29723" y="36156"/>
                    <a:pt x="29311" y="36093"/>
                  </a:cubicBezTo>
                  <a:cubicBezTo>
                    <a:pt x="27885" y="36093"/>
                    <a:pt x="27980" y="35966"/>
                    <a:pt x="27980" y="37455"/>
                  </a:cubicBezTo>
                  <a:cubicBezTo>
                    <a:pt x="28012" y="37867"/>
                    <a:pt x="27980" y="38279"/>
                    <a:pt x="27853" y="38660"/>
                  </a:cubicBezTo>
                  <a:cubicBezTo>
                    <a:pt x="27822" y="38723"/>
                    <a:pt x="27758" y="38786"/>
                    <a:pt x="27663" y="38818"/>
                  </a:cubicBezTo>
                  <a:cubicBezTo>
                    <a:pt x="27410" y="38913"/>
                    <a:pt x="27093" y="38945"/>
                    <a:pt x="26808" y="38913"/>
                  </a:cubicBezTo>
                  <a:lnTo>
                    <a:pt x="14988" y="38913"/>
                  </a:lnTo>
                  <a:cubicBezTo>
                    <a:pt x="14735" y="38913"/>
                    <a:pt x="14450" y="38913"/>
                    <a:pt x="14196" y="38818"/>
                  </a:cubicBezTo>
                  <a:cubicBezTo>
                    <a:pt x="14133" y="38786"/>
                    <a:pt x="14038" y="38755"/>
                    <a:pt x="14006" y="38691"/>
                  </a:cubicBezTo>
                  <a:cubicBezTo>
                    <a:pt x="13721" y="38089"/>
                    <a:pt x="13879" y="37424"/>
                    <a:pt x="13847" y="36790"/>
                  </a:cubicBezTo>
                  <a:cubicBezTo>
                    <a:pt x="13847" y="36315"/>
                    <a:pt x="13657" y="36093"/>
                    <a:pt x="13150" y="36093"/>
                  </a:cubicBezTo>
                  <a:cubicBezTo>
                    <a:pt x="12485" y="36093"/>
                    <a:pt x="11788" y="36251"/>
                    <a:pt x="11154" y="35934"/>
                  </a:cubicBezTo>
                  <a:lnTo>
                    <a:pt x="9031" y="35934"/>
                  </a:lnTo>
                  <a:cubicBezTo>
                    <a:pt x="8682" y="35934"/>
                    <a:pt x="8524" y="35808"/>
                    <a:pt x="8556" y="35459"/>
                  </a:cubicBezTo>
                  <a:lnTo>
                    <a:pt x="8556" y="34001"/>
                  </a:lnTo>
                  <a:cubicBezTo>
                    <a:pt x="8556" y="33114"/>
                    <a:pt x="8619" y="33209"/>
                    <a:pt x="7700" y="33209"/>
                  </a:cubicBezTo>
                  <a:lnTo>
                    <a:pt x="6401" y="33209"/>
                  </a:lnTo>
                  <a:cubicBezTo>
                    <a:pt x="5799" y="33209"/>
                    <a:pt x="5799" y="33209"/>
                    <a:pt x="5799" y="32639"/>
                  </a:cubicBezTo>
                  <a:cubicBezTo>
                    <a:pt x="5799" y="32069"/>
                    <a:pt x="5799" y="31498"/>
                    <a:pt x="5799" y="30928"/>
                  </a:cubicBezTo>
                  <a:cubicBezTo>
                    <a:pt x="5799" y="30579"/>
                    <a:pt x="5672" y="30452"/>
                    <a:pt x="5324" y="30484"/>
                  </a:cubicBezTo>
                  <a:lnTo>
                    <a:pt x="3454" y="30484"/>
                  </a:lnTo>
                  <a:cubicBezTo>
                    <a:pt x="3169" y="30484"/>
                    <a:pt x="3010" y="30389"/>
                    <a:pt x="3042" y="30041"/>
                  </a:cubicBezTo>
                  <a:lnTo>
                    <a:pt x="3042" y="28456"/>
                  </a:lnTo>
                  <a:cubicBezTo>
                    <a:pt x="3042" y="27727"/>
                    <a:pt x="3042" y="27727"/>
                    <a:pt x="2250" y="27727"/>
                  </a:cubicBezTo>
                  <a:lnTo>
                    <a:pt x="887" y="27727"/>
                  </a:lnTo>
                  <a:cubicBezTo>
                    <a:pt x="349" y="27727"/>
                    <a:pt x="349" y="27727"/>
                    <a:pt x="349" y="27157"/>
                  </a:cubicBezTo>
                  <a:lnTo>
                    <a:pt x="349" y="22974"/>
                  </a:lnTo>
                  <a:lnTo>
                    <a:pt x="349" y="22245"/>
                  </a:lnTo>
                  <a:cubicBezTo>
                    <a:pt x="0" y="21358"/>
                    <a:pt x="222" y="20439"/>
                    <a:pt x="158" y="19552"/>
                  </a:cubicBezTo>
                  <a:cubicBezTo>
                    <a:pt x="158" y="17968"/>
                    <a:pt x="158" y="16415"/>
                    <a:pt x="158" y="14830"/>
                  </a:cubicBezTo>
                  <a:cubicBezTo>
                    <a:pt x="158" y="14038"/>
                    <a:pt x="349" y="13975"/>
                    <a:pt x="1141" y="13912"/>
                  </a:cubicBezTo>
                  <a:cubicBezTo>
                    <a:pt x="1711" y="13848"/>
                    <a:pt x="2313" y="14102"/>
                    <a:pt x="2852" y="13690"/>
                  </a:cubicBezTo>
                  <a:cubicBezTo>
                    <a:pt x="2947" y="13405"/>
                    <a:pt x="2979" y="13088"/>
                    <a:pt x="2947" y="12802"/>
                  </a:cubicBezTo>
                  <a:lnTo>
                    <a:pt x="2947" y="4088"/>
                  </a:lnTo>
                  <a:cubicBezTo>
                    <a:pt x="2947" y="2979"/>
                    <a:pt x="3074" y="2853"/>
                    <a:pt x="4183" y="2853"/>
                  </a:cubicBezTo>
                  <a:cubicBezTo>
                    <a:pt x="5767" y="2853"/>
                    <a:pt x="5609" y="2948"/>
                    <a:pt x="5609" y="1395"/>
                  </a:cubicBezTo>
                  <a:cubicBezTo>
                    <a:pt x="5577" y="1046"/>
                    <a:pt x="5609" y="698"/>
                    <a:pt x="5767" y="349"/>
                  </a:cubicBezTo>
                  <a:cubicBezTo>
                    <a:pt x="5989" y="127"/>
                    <a:pt x="6338" y="1"/>
                    <a:pt x="6654" y="64"/>
                  </a:cubicBezTo>
                  <a:lnTo>
                    <a:pt x="13214" y="64"/>
                  </a:lnTo>
                  <a:cubicBezTo>
                    <a:pt x="14069" y="64"/>
                    <a:pt x="14291" y="286"/>
                    <a:pt x="14291" y="1141"/>
                  </a:cubicBezTo>
                  <a:cubicBezTo>
                    <a:pt x="14291" y="1775"/>
                    <a:pt x="14450" y="2409"/>
                    <a:pt x="14101" y="3011"/>
                  </a:cubicBezTo>
                  <a:cubicBezTo>
                    <a:pt x="13847" y="3233"/>
                    <a:pt x="13499" y="3296"/>
                    <a:pt x="13182" y="3265"/>
                  </a:cubicBezTo>
                  <a:lnTo>
                    <a:pt x="9633" y="3265"/>
                  </a:lnTo>
                  <a:cubicBezTo>
                    <a:pt x="8904" y="3265"/>
                    <a:pt x="8873" y="3328"/>
                    <a:pt x="8841" y="4057"/>
                  </a:cubicBezTo>
                  <a:cubicBezTo>
                    <a:pt x="8809" y="4627"/>
                    <a:pt x="8968" y="5229"/>
                    <a:pt x="8651" y="5800"/>
                  </a:cubicBezTo>
                  <a:cubicBezTo>
                    <a:pt x="8429" y="5990"/>
                    <a:pt x="8144" y="6053"/>
                    <a:pt x="7859" y="6021"/>
                  </a:cubicBezTo>
                  <a:lnTo>
                    <a:pt x="6686" y="6021"/>
                  </a:lnTo>
                  <a:cubicBezTo>
                    <a:pt x="6274" y="6021"/>
                    <a:pt x="5989" y="6211"/>
                    <a:pt x="5989" y="6655"/>
                  </a:cubicBezTo>
                  <a:cubicBezTo>
                    <a:pt x="5989" y="8556"/>
                    <a:pt x="5831" y="8239"/>
                    <a:pt x="7542" y="8271"/>
                  </a:cubicBezTo>
                  <a:cubicBezTo>
                    <a:pt x="7922" y="8271"/>
                    <a:pt x="8302" y="8208"/>
                    <a:pt x="8619" y="8493"/>
                  </a:cubicBezTo>
                  <a:cubicBezTo>
                    <a:pt x="8936" y="9063"/>
                    <a:pt x="8746" y="9697"/>
                    <a:pt x="8809" y="10267"/>
                  </a:cubicBezTo>
                  <a:cubicBezTo>
                    <a:pt x="8809" y="10584"/>
                    <a:pt x="8809" y="10933"/>
                    <a:pt x="8809" y="11250"/>
                  </a:cubicBezTo>
                  <a:cubicBezTo>
                    <a:pt x="8809" y="12739"/>
                    <a:pt x="8809" y="14228"/>
                    <a:pt x="8809" y="15718"/>
                  </a:cubicBezTo>
                  <a:cubicBezTo>
                    <a:pt x="8809" y="16478"/>
                    <a:pt x="8841" y="16510"/>
                    <a:pt x="9601" y="16510"/>
                  </a:cubicBezTo>
                  <a:lnTo>
                    <a:pt x="13055" y="16510"/>
                  </a:lnTo>
                  <a:cubicBezTo>
                    <a:pt x="13752" y="16510"/>
                    <a:pt x="13847" y="16447"/>
                    <a:pt x="13847" y="15686"/>
                  </a:cubicBezTo>
                  <a:lnTo>
                    <a:pt x="13847" y="9570"/>
                  </a:lnTo>
                  <a:cubicBezTo>
                    <a:pt x="13847" y="8746"/>
                    <a:pt x="13752" y="8683"/>
                    <a:pt x="12897" y="8683"/>
                  </a:cubicBezTo>
                  <a:lnTo>
                    <a:pt x="11249" y="8683"/>
                  </a:lnTo>
                  <a:cubicBezTo>
                    <a:pt x="10615" y="8715"/>
                    <a:pt x="9982" y="8683"/>
                    <a:pt x="9348" y="8683"/>
                  </a:cubicBezTo>
                  <a:cubicBezTo>
                    <a:pt x="9063" y="8715"/>
                    <a:pt x="8809" y="8651"/>
                    <a:pt x="8587" y="8461"/>
                  </a:cubicBezTo>
                  <a:cubicBezTo>
                    <a:pt x="8270" y="7637"/>
                    <a:pt x="8270" y="6687"/>
                    <a:pt x="8556" y="5831"/>
                  </a:cubicBezTo>
                  <a:cubicBezTo>
                    <a:pt x="8841" y="5641"/>
                    <a:pt x="9189" y="5546"/>
                    <a:pt x="9506" y="5609"/>
                  </a:cubicBezTo>
                  <a:lnTo>
                    <a:pt x="13024" y="5609"/>
                  </a:lnTo>
                  <a:cubicBezTo>
                    <a:pt x="13752" y="5609"/>
                    <a:pt x="13784" y="5546"/>
                    <a:pt x="13816" y="4817"/>
                  </a:cubicBezTo>
                  <a:cubicBezTo>
                    <a:pt x="13879" y="4215"/>
                    <a:pt x="13657" y="3550"/>
                    <a:pt x="14038" y="3011"/>
                  </a:cubicBezTo>
                  <a:cubicBezTo>
                    <a:pt x="14323" y="2821"/>
                    <a:pt x="14640" y="2758"/>
                    <a:pt x="14925" y="2821"/>
                  </a:cubicBezTo>
                  <a:lnTo>
                    <a:pt x="26903" y="2821"/>
                  </a:lnTo>
                  <a:cubicBezTo>
                    <a:pt x="27188" y="2789"/>
                    <a:pt x="27473" y="2821"/>
                    <a:pt x="27758" y="2948"/>
                  </a:cubicBezTo>
                  <a:cubicBezTo>
                    <a:pt x="28139" y="3486"/>
                    <a:pt x="27948" y="4057"/>
                    <a:pt x="27948" y="4627"/>
                  </a:cubicBezTo>
                  <a:cubicBezTo>
                    <a:pt x="27980" y="5609"/>
                    <a:pt x="27948" y="5609"/>
                    <a:pt x="28962" y="5609"/>
                  </a:cubicBezTo>
                  <a:lnTo>
                    <a:pt x="32353" y="5609"/>
                  </a:lnTo>
                  <a:cubicBezTo>
                    <a:pt x="32638" y="5578"/>
                    <a:pt x="32955" y="5641"/>
                    <a:pt x="33209" y="5831"/>
                  </a:cubicBezTo>
                  <a:cubicBezTo>
                    <a:pt x="33525" y="6655"/>
                    <a:pt x="33557" y="7574"/>
                    <a:pt x="33272" y="8461"/>
                  </a:cubicBezTo>
                  <a:cubicBezTo>
                    <a:pt x="33050" y="8620"/>
                    <a:pt x="32765" y="8715"/>
                    <a:pt x="32480" y="8683"/>
                  </a:cubicBezTo>
                  <a:cubicBezTo>
                    <a:pt x="31814" y="8683"/>
                    <a:pt x="31149" y="8683"/>
                    <a:pt x="30483" y="8715"/>
                  </a:cubicBezTo>
                  <a:cubicBezTo>
                    <a:pt x="29850" y="8651"/>
                    <a:pt x="29216" y="8683"/>
                    <a:pt x="28582" y="8683"/>
                  </a:cubicBezTo>
                  <a:cubicBezTo>
                    <a:pt x="28170" y="8683"/>
                    <a:pt x="27980" y="8873"/>
                    <a:pt x="27980" y="9285"/>
                  </a:cubicBezTo>
                  <a:lnTo>
                    <a:pt x="27980" y="11313"/>
                  </a:lnTo>
                  <a:cubicBezTo>
                    <a:pt x="28012" y="12771"/>
                    <a:pt x="27980" y="14197"/>
                    <a:pt x="27980" y="15623"/>
                  </a:cubicBezTo>
                  <a:cubicBezTo>
                    <a:pt x="27980" y="16478"/>
                    <a:pt x="28044" y="16510"/>
                    <a:pt x="28899" y="16510"/>
                  </a:cubicBezTo>
                  <a:lnTo>
                    <a:pt x="32226" y="16510"/>
                  </a:lnTo>
                  <a:cubicBezTo>
                    <a:pt x="32955" y="16510"/>
                    <a:pt x="33018" y="16447"/>
                    <a:pt x="33018" y="15718"/>
                  </a:cubicBezTo>
                  <a:lnTo>
                    <a:pt x="33018" y="9507"/>
                  </a:lnTo>
                  <a:cubicBezTo>
                    <a:pt x="32955" y="9158"/>
                    <a:pt x="33018" y="8842"/>
                    <a:pt x="33177" y="8525"/>
                  </a:cubicBezTo>
                  <a:cubicBezTo>
                    <a:pt x="33399" y="8335"/>
                    <a:pt x="33684" y="8239"/>
                    <a:pt x="33969" y="8303"/>
                  </a:cubicBezTo>
                  <a:lnTo>
                    <a:pt x="35142" y="8303"/>
                  </a:lnTo>
                  <a:cubicBezTo>
                    <a:pt x="35553" y="8303"/>
                    <a:pt x="35649" y="8113"/>
                    <a:pt x="35680" y="7764"/>
                  </a:cubicBezTo>
                  <a:cubicBezTo>
                    <a:pt x="35839" y="6116"/>
                    <a:pt x="35807" y="6053"/>
                    <a:pt x="34159" y="6053"/>
                  </a:cubicBezTo>
                  <a:cubicBezTo>
                    <a:pt x="33811" y="6085"/>
                    <a:pt x="33494" y="6021"/>
                    <a:pt x="33209" y="5831"/>
                  </a:cubicBezTo>
                  <a:cubicBezTo>
                    <a:pt x="32860" y="5324"/>
                    <a:pt x="33018" y="4722"/>
                    <a:pt x="33018" y="4183"/>
                  </a:cubicBezTo>
                  <a:cubicBezTo>
                    <a:pt x="32987" y="3265"/>
                    <a:pt x="32987" y="3265"/>
                    <a:pt x="32100" y="3233"/>
                  </a:cubicBezTo>
                  <a:cubicBezTo>
                    <a:pt x="31497" y="3233"/>
                    <a:pt x="30895" y="3391"/>
                    <a:pt x="30357" y="3043"/>
                  </a:cubicBezTo>
                  <a:cubicBezTo>
                    <a:pt x="30072" y="2251"/>
                    <a:pt x="30198" y="1427"/>
                    <a:pt x="30262" y="603"/>
                  </a:cubicBezTo>
                  <a:cubicBezTo>
                    <a:pt x="30293" y="318"/>
                    <a:pt x="30547" y="64"/>
                    <a:pt x="30864" y="96"/>
                  </a:cubicBezTo>
                  <a:cubicBezTo>
                    <a:pt x="32480" y="1"/>
                    <a:pt x="34096" y="1"/>
                    <a:pt x="35712" y="96"/>
                  </a:cubicBezTo>
                  <a:cubicBezTo>
                    <a:pt x="35775" y="127"/>
                    <a:pt x="35839" y="159"/>
                    <a:pt x="35870" y="191"/>
                  </a:cubicBezTo>
                  <a:cubicBezTo>
                    <a:pt x="36219" y="730"/>
                    <a:pt x="36060" y="1332"/>
                    <a:pt x="36092" y="1870"/>
                  </a:cubicBezTo>
                  <a:cubicBezTo>
                    <a:pt x="36124" y="2789"/>
                    <a:pt x="36124" y="2821"/>
                    <a:pt x="37011" y="2821"/>
                  </a:cubicBezTo>
                  <a:cubicBezTo>
                    <a:pt x="37043" y="2821"/>
                    <a:pt x="37043" y="2821"/>
                    <a:pt x="37074" y="2821"/>
                  </a:cubicBezTo>
                  <a:cubicBezTo>
                    <a:pt x="38881" y="2821"/>
                    <a:pt x="38881" y="2821"/>
                    <a:pt x="38881" y="4690"/>
                  </a:cubicBezTo>
                  <a:lnTo>
                    <a:pt x="38881" y="12802"/>
                  </a:lnTo>
                  <a:cubicBezTo>
                    <a:pt x="38849" y="13088"/>
                    <a:pt x="38881" y="13405"/>
                    <a:pt x="39007" y="13721"/>
                  </a:cubicBezTo>
                  <a:cubicBezTo>
                    <a:pt x="39134" y="13880"/>
                    <a:pt x="39388" y="13943"/>
                    <a:pt x="39609" y="13912"/>
                  </a:cubicBezTo>
                  <a:lnTo>
                    <a:pt x="40655" y="13912"/>
                  </a:lnTo>
                  <a:cubicBezTo>
                    <a:pt x="41352" y="13943"/>
                    <a:pt x="41511" y="14070"/>
                    <a:pt x="41511" y="14767"/>
                  </a:cubicBezTo>
                  <a:cubicBezTo>
                    <a:pt x="41542" y="16352"/>
                    <a:pt x="41542" y="17936"/>
                    <a:pt x="41511" y="19520"/>
                  </a:cubicBezTo>
                  <a:cubicBezTo>
                    <a:pt x="41479" y="20408"/>
                    <a:pt x="41701" y="21326"/>
                    <a:pt x="41384" y="22214"/>
                  </a:cubicBezTo>
                  <a:close/>
                </a:path>
              </a:pathLst>
            </a:custGeom>
            <a:solidFill>
              <a:srgbClr val="A166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622;p34">
              <a:extLst>
                <a:ext uri="{FF2B5EF4-FFF2-40B4-BE49-F238E27FC236}">
                  <a16:creationId xmlns:a16="http://schemas.microsoft.com/office/drawing/2014/main" id="{36666D33-E7CA-4EAB-9D51-1D1329B79A95}"/>
                </a:ext>
              </a:extLst>
            </p:cNvPr>
            <p:cNvSpPr/>
            <p:nvPr/>
          </p:nvSpPr>
          <p:spPr>
            <a:xfrm>
              <a:off x="4120697" y="458300"/>
              <a:ext cx="825664" cy="498040"/>
            </a:xfrm>
            <a:custGeom>
              <a:avLst/>
              <a:gdLst/>
              <a:ahLst/>
              <a:cxnLst/>
              <a:rect l="l" t="t" r="r" b="b"/>
              <a:pathLst>
                <a:path w="41449" h="25002" extrusionOk="0">
                  <a:moveTo>
                    <a:pt x="191" y="16510"/>
                  </a:moveTo>
                  <a:lnTo>
                    <a:pt x="191" y="15749"/>
                  </a:lnTo>
                  <a:lnTo>
                    <a:pt x="191" y="10109"/>
                  </a:lnTo>
                  <a:cubicBezTo>
                    <a:pt x="128" y="9507"/>
                    <a:pt x="159" y="8936"/>
                    <a:pt x="286" y="8366"/>
                  </a:cubicBezTo>
                  <a:cubicBezTo>
                    <a:pt x="856" y="8302"/>
                    <a:pt x="1427" y="8271"/>
                    <a:pt x="1997" y="8302"/>
                  </a:cubicBezTo>
                  <a:lnTo>
                    <a:pt x="2472" y="8302"/>
                  </a:lnTo>
                  <a:cubicBezTo>
                    <a:pt x="2916" y="8302"/>
                    <a:pt x="2948" y="8302"/>
                    <a:pt x="2948" y="7827"/>
                  </a:cubicBezTo>
                  <a:lnTo>
                    <a:pt x="2948" y="6148"/>
                  </a:lnTo>
                  <a:cubicBezTo>
                    <a:pt x="2948" y="5546"/>
                    <a:pt x="2948" y="5514"/>
                    <a:pt x="3550" y="5514"/>
                  </a:cubicBezTo>
                  <a:cubicBezTo>
                    <a:pt x="4152" y="5514"/>
                    <a:pt x="4659" y="5514"/>
                    <a:pt x="5198" y="5514"/>
                  </a:cubicBezTo>
                  <a:cubicBezTo>
                    <a:pt x="5546" y="5514"/>
                    <a:pt x="5705" y="5451"/>
                    <a:pt x="5673" y="5070"/>
                  </a:cubicBezTo>
                  <a:cubicBezTo>
                    <a:pt x="5641" y="4563"/>
                    <a:pt x="5673" y="4025"/>
                    <a:pt x="5673" y="3486"/>
                  </a:cubicBezTo>
                  <a:cubicBezTo>
                    <a:pt x="5673" y="2757"/>
                    <a:pt x="5609" y="2821"/>
                    <a:pt x="6307" y="2821"/>
                  </a:cubicBezTo>
                  <a:lnTo>
                    <a:pt x="11282" y="2821"/>
                  </a:lnTo>
                  <a:lnTo>
                    <a:pt x="13088" y="2821"/>
                  </a:lnTo>
                  <a:cubicBezTo>
                    <a:pt x="13943" y="2821"/>
                    <a:pt x="13880" y="2916"/>
                    <a:pt x="13880" y="1965"/>
                  </a:cubicBezTo>
                  <a:lnTo>
                    <a:pt x="13880" y="381"/>
                  </a:lnTo>
                  <a:cubicBezTo>
                    <a:pt x="13880" y="127"/>
                    <a:pt x="13975" y="32"/>
                    <a:pt x="14228" y="32"/>
                  </a:cubicBezTo>
                  <a:lnTo>
                    <a:pt x="14704" y="32"/>
                  </a:lnTo>
                  <a:lnTo>
                    <a:pt x="24020" y="32"/>
                  </a:lnTo>
                  <a:cubicBezTo>
                    <a:pt x="24147" y="64"/>
                    <a:pt x="24273" y="64"/>
                    <a:pt x="24432" y="32"/>
                  </a:cubicBezTo>
                  <a:cubicBezTo>
                    <a:pt x="24717" y="0"/>
                    <a:pt x="24876" y="127"/>
                    <a:pt x="24844" y="444"/>
                  </a:cubicBezTo>
                  <a:cubicBezTo>
                    <a:pt x="24844" y="1046"/>
                    <a:pt x="24844" y="1680"/>
                    <a:pt x="24844" y="2314"/>
                  </a:cubicBezTo>
                  <a:cubicBezTo>
                    <a:pt x="24844" y="2821"/>
                    <a:pt x="24876" y="2821"/>
                    <a:pt x="25383" y="2821"/>
                  </a:cubicBezTo>
                  <a:lnTo>
                    <a:pt x="32354" y="2821"/>
                  </a:lnTo>
                  <a:cubicBezTo>
                    <a:pt x="33178" y="2821"/>
                    <a:pt x="33083" y="2757"/>
                    <a:pt x="33083" y="3518"/>
                  </a:cubicBezTo>
                  <a:lnTo>
                    <a:pt x="33083" y="4849"/>
                  </a:lnTo>
                  <a:cubicBezTo>
                    <a:pt x="33083" y="5577"/>
                    <a:pt x="33019" y="5482"/>
                    <a:pt x="33780" y="5514"/>
                  </a:cubicBezTo>
                  <a:lnTo>
                    <a:pt x="35301" y="5514"/>
                  </a:lnTo>
                  <a:cubicBezTo>
                    <a:pt x="35808" y="5514"/>
                    <a:pt x="35776" y="5514"/>
                    <a:pt x="35776" y="5989"/>
                  </a:cubicBezTo>
                  <a:lnTo>
                    <a:pt x="35776" y="7700"/>
                  </a:lnTo>
                  <a:cubicBezTo>
                    <a:pt x="35776" y="8302"/>
                    <a:pt x="35776" y="8271"/>
                    <a:pt x="36315" y="8271"/>
                  </a:cubicBezTo>
                  <a:lnTo>
                    <a:pt x="40434" y="8271"/>
                  </a:lnTo>
                  <a:lnTo>
                    <a:pt x="40846" y="8271"/>
                  </a:lnTo>
                  <a:cubicBezTo>
                    <a:pt x="41100" y="8239"/>
                    <a:pt x="41258" y="8334"/>
                    <a:pt x="41226" y="8651"/>
                  </a:cubicBezTo>
                  <a:cubicBezTo>
                    <a:pt x="41226" y="8778"/>
                    <a:pt x="41226" y="8936"/>
                    <a:pt x="41226" y="9095"/>
                  </a:cubicBezTo>
                  <a:lnTo>
                    <a:pt x="41226" y="16478"/>
                  </a:lnTo>
                  <a:cubicBezTo>
                    <a:pt x="41290" y="16573"/>
                    <a:pt x="41321" y="16636"/>
                    <a:pt x="41353" y="16731"/>
                  </a:cubicBezTo>
                  <a:cubicBezTo>
                    <a:pt x="41448" y="18347"/>
                    <a:pt x="41448" y="19995"/>
                    <a:pt x="41353" y="21643"/>
                  </a:cubicBezTo>
                  <a:cubicBezTo>
                    <a:pt x="41353" y="22087"/>
                    <a:pt x="40941" y="22182"/>
                    <a:pt x="40561" y="22182"/>
                  </a:cubicBezTo>
                  <a:cubicBezTo>
                    <a:pt x="39737" y="22213"/>
                    <a:pt x="38913" y="22182"/>
                    <a:pt x="38089" y="22182"/>
                  </a:cubicBezTo>
                  <a:lnTo>
                    <a:pt x="33843" y="22182"/>
                  </a:lnTo>
                  <a:cubicBezTo>
                    <a:pt x="33051" y="22182"/>
                    <a:pt x="32861" y="21991"/>
                    <a:pt x="32829" y="21199"/>
                  </a:cubicBezTo>
                  <a:cubicBezTo>
                    <a:pt x="32829" y="19995"/>
                    <a:pt x="32829" y="18759"/>
                    <a:pt x="32829" y="17555"/>
                  </a:cubicBezTo>
                  <a:cubicBezTo>
                    <a:pt x="32829" y="16826"/>
                    <a:pt x="32766" y="16763"/>
                    <a:pt x="32037" y="16731"/>
                  </a:cubicBezTo>
                  <a:cubicBezTo>
                    <a:pt x="31467" y="16700"/>
                    <a:pt x="30896" y="16858"/>
                    <a:pt x="30357" y="16573"/>
                  </a:cubicBezTo>
                  <a:cubicBezTo>
                    <a:pt x="29946" y="16224"/>
                    <a:pt x="30104" y="15749"/>
                    <a:pt x="30072" y="15337"/>
                  </a:cubicBezTo>
                  <a:cubicBezTo>
                    <a:pt x="30072" y="13816"/>
                    <a:pt x="30199" y="13943"/>
                    <a:pt x="28678" y="13943"/>
                  </a:cubicBezTo>
                  <a:cubicBezTo>
                    <a:pt x="27854" y="13943"/>
                    <a:pt x="27822" y="13943"/>
                    <a:pt x="27822" y="14767"/>
                  </a:cubicBezTo>
                  <a:cubicBezTo>
                    <a:pt x="27822" y="16510"/>
                    <a:pt x="27664" y="16319"/>
                    <a:pt x="29343" y="16319"/>
                  </a:cubicBezTo>
                  <a:cubicBezTo>
                    <a:pt x="29692" y="16319"/>
                    <a:pt x="30041" y="16256"/>
                    <a:pt x="30326" y="16573"/>
                  </a:cubicBezTo>
                  <a:cubicBezTo>
                    <a:pt x="30484" y="16826"/>
                    <a:pt x="30516" y="17112"/>
                    <a:pt x="30484" y="17397"/>
                  </a:cubicBezTo>
                  <a:lnTo>
                    <a:pt x="30484" y="23734"/>
                  </a:lnTo>
                  <a:cubicBezTo>
                    <a:pt x="30484" y="24812"/>
                    <a:pt x="30294" y="25002"/>
                    <a:pt x="29248" y="25002"/>
                  </a:cubicBezTo>
                  <a:lnTo>
                    <a:pt x="12169" y="25002"/>
                  </a:lnTo>
                  <a:cubicBezTo>
                    <a:pt x="11091" y="25002"/>
                    <a:pt x="10901" y="24812"/>
                    <a:pt x="10901" y="23766"/>
                  </a:cubicBezTo>
                  <a:lnTo>
                    <a:pt x="10901" y="17428"/>
                  </a:lnTo>
                  <a:cubicBezTo>
                    <a:pt x="10870" y="17143"/>
                    <a:pt x="10933" y="16858"/>
                    <a:pt x="11060" y="16605"/>
                  </a:cubicBezTo>
                  <a:cubicBezTo>
                    <a:pt x="11408" y="16193"/>
                    <a:pt x="11915" y="16319"/>
                    <a:pt x="12359" y="16319"/>
                  </a:cubicBezTo>
                  <a:cubicBezTo>
                    <a:pt x="13848" y="16319"/>
                    <a:pt x="13721" y="16414"/>
                    <a:pt x="13721" y="14957"/>
                  </a:cubicBezTo>
                  <a:cubicBezTo>
                    <a:pt x="13721" y="13943"/>
                    <a:pt x="13690" y="13911"/>
                    <a:pt x="12644" y="13911"/>
                  </a:cubicBezTo>
                  <a:cubicBezTo>
                    <a:pt x="11250" y="13911"/>
                    <a:pt x="11313" y="13816"/>
                    <a:pt x="11313" y="15242"/>
                  </a:cubicBezTo>
                  <a:cubicBezTo>
                    <a:pt x="11313" y="15686"/>
                    <a:pt x="11440" y="16193"/>
                    <a:pt x="11060" y="16573"/>
                  </a:cubicBezTo>
                  <a:cubicBezTo>
                    <a:pt x="10711" y="16731"/>
                    <a:pt x="10331" y="16795"/>
                    <a:pt x="9951" y="16731"/>
                  </a:cubicBezTo>
                  <a:cubicBezTo>
                    <a:pt x="8683" y="16731"/>
                    <a:pt x="8683" y="16731"/>
                    <a:pt x="8683" y="18062"/>
                  </a:cubicBezTo>
                  <a:lnTo>
                    <a:pt x="8683" y="21136"/>
                  </a:lnTo>
                  <a:cubicBezTo>
                    <a:pt x="8683" y="22023"/>
                    <a:pt x="8493" y="22182"/>
                    <a:pt x="7606" y="22182"/>
                  </a:cubicBezTo>
                  <a:cubicBezTo>
                    <a:pt x="5419" y="22213"/>
                    <a:pt x="3233" y="22213"/>
                    <a:pt x="1015" y="22182"/>
                  </a:cubicBezTo>
                  <a:cubicBezTo>
                    <a:pt x="159" y="22182"/>
                    <a:pt x="1" y="22023"/>
                    <a:pt x="1" y="21168"/>
                  </a:cubicBezTo>
                  <a:lnTo>
                    <a:pt x="1" y="17238"/>
                  </a:lnTo>
                  <a:cubicBezTo>
                    <a:pt x="1" y="16985"/>
                    <a:pt x="64" y="16731"/>
                    <a:pt x="191" y="165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623;p34">
              <a:extLst>
                <a:ext uri="{FF2B5EF4-FFF2-40B4-BE49-F238E27FC236}">
                  <a16:creationId xmlns:a16="http://schemas.microsoft.com/office/drawing/2014/main" id="{5CDCE4F6-88B2-4F74-AF9F-00019907CCE5}"/>
                </a:ext>
              </a:extLst>
            </p:cNvPr>
            <p:cNvSpPr/>
            <p:nvPr/>
          </p:nvSpPr>
          <p:spPr>
            <a:xfrm>
              <a:off x="4063885" y="1876644"/>
              <a:ext cx="938650" cy="494255"/>
            </a:xfrm>
            <a:custGeom>
              <a:avLst/>
              <a:gdLst/>
              <a:ahLst/>
              <a:cxnLst/>
              <a:rect l="l" t="t" r="r" b="b"/>
              <a:pathLst>
                <a:path w="47121" h="24812" extrusionOk="0">
                  <a:moveTo>
                    <a:pt x="254" y="5482"/>
                  </a:moveTo>
                  <a:cubicBezTo>
                    <a:pt x="254" y="4753"/>
                    <a:pt x="286" y="3993"/>
                    <a:pt x="254" y="3232"/>
                  </a:cubicBezTo>
                  <a:cubicBezTo>
                    <a:pt x="254" y="2884"/>
                    <a:pt x="381" y="2757"/>
                    <a:pt x="730" y="2789"/>
                  </a:cubicBezTo>
                  <a:cubicBezTo>
                    <a:pt x="1300" y="2789"/>
                    <a:pt x="1870" y="2789"/>
                    <a:pt x="2441" y="2789"/>
                  </a:cubicBezTo>
                  <a:cubicBezTo>
                    <a:pt x="3011" y="2789"/>
                    <a:pt x="3043" y="2789"/>
                    <a:pt x="3043" y="2218"/>
                  </a:cubicBezTo>
                  <a:cubicBezTo>
                    <a:pt x="3043" y="1648"/>
                    <a:pt x="3043" y="1014"/>
                    <a:pt x="3043" y="412"/>
                  </a:cubicBezTo>
                  <a:cubicBezTo>
                    <a:pt x="3043" y="190"/>
                    <a:pt x="3106" y="32"/>
                    <a:pt x="3391" y="32"/>
                  </a:cubicBezTo>
                  <a:cubicBezTo>
                    <a:pt x="5103" y="64"/>
                    <a:pt x="6814" y="0"/>
                    <a:pt x="8557" y="95"/>
                  </a:cubicBezTo>
                  <a:cubicBezTo>
                    <a:pt x="8715" y="381"/>
                    <a:pt x="8778" y="697"/>
                    <a:pt x="8747" y="1046"/>
                  </a:cubicBezTo>
                  <a:lnTo>
                    <a:pt x="8747" y="7162"/>
                  </a:lnTo>
                  <a:cubicBezTo>
                    <a:pt x="8747" y="8017"/>
                    <a:pt x="8778" y="8049"/>
                    <a:pt x="9697" y="8081"/>
                  </a:cubicBezTo>
                  <a:cubicBezTo>
                    <a:pt x="10204" y="8081"/>
                    <a:pt x="10743" y="7986"/>
                    <a:pt x="11282" y="8207"/>
                  </a:cubicBezTo>
                  <a:cubicBezTo>
                    <a:pt x="11345" y="8239"/>
                    <a:pt x="11377" y="8302"/>
                    <a:pt x="11440" y="8398"/>
                  </a:cubicBezTo>
                  <a:cubicBezTo>
                    <a:pt x="11535" y="8905"/>
                    <a:pt x="11567" y="9443"/>
                    <a:pt x="11535" y="9982"/>
                  </a:cubicBezTo>
                  <a:cubicBezTo>
                    <a:pt x="11503" y="10235"/>
                    <a:pt x="11535" y="10489"/>
                    <a:pt x="11630" y="10742"/>
                  </a:cubicBezTo>
                  <a:cubicBezTo>
                    <a:pt x="12074" y="11059"/>
                    <a:pt x="12581" y="10869"/>
                    <a:pt x="13056" y="10901"/>
                  </a:cubicBezTo>
                  <a:cubicBezTo>
                    <a:pt x="14102" y="10933"/>
                    <a:pt x="14197" y="10996"/>
                    <a:pt x="14197" y="12042"/>
                  </a:cubicBezTo>
                  <a:cubicBezTo>
                    <a:pt x="14197" y="13753"/>
                    <a:pt x="14007" y="13531"/>
                    <a:pt x="15750" y="13563"/>
                  </a:cubicBezTo>
                  <a:cubicBezTo>
                    <a:pt x="16098" y="13499"/>
                    <a:pt x="16447" y="13563"/>
                    <a:pt x="16764" y="13721"/>
                  </a:cubicBezTo>
                  <a:cubicBezTo>
                    <a:pt x="17144" y="14228"/>
                    <a:pt x="16954" y="14830"/>
                    <a:pt x="16985" y="15400"/>
                  </a:cubicBezTo>
                  <a:cubicBezTo>
                    <a:pt x="17017" y="16351"/>
                    <a:pt x="16985" y="16351"/>
                    <a:pt x="17968" y="16351"/>
                  </a:cubicBezTo>
                  <a:cubicBezTo>
                    <a:pt x="19235" y="16351"/>
                    <a:pt x="19235" y="16351"/>
                    <a:pt x="19235" y="15084"/>
                  </a:cubicBezTo>
                  <a:cubicBezTo>
                    <a:pt x="19235" y="14640"/>
                    <a:pt x="19140" y="14133"/>
                    <a:pt x="19425" y="13721"/>
                  </a:cubicBezTo>
                  <a:cubicBezTo>
                    <a:pt x="19806" y="13468"/>
                    <a:pt x="20218" y="13563"/>
                    <a:pt x="20598" y="13563"/>
                  </a:cubicBezTo>
                  <a:cubicBezTo>
                    <a:pt x="22214" y="13531"/>
                    <a:pt x="22024" y="13689"/>
                    <a:pt x="22055" y="12073"/>
                  </a:cubicBezTo>
                  <a:cubicBezTo>
                    <a:pt x="21992" y="11725"/>
                    <a:pt x="22055" y="11376"/>
                    <a:pt x="22214" y="11059"/>
                  </a:cubicBezTo>
                  <a:cubicBezTo>
                    <a:pt x="23006" y="10774"/>
                    <a:pt x="23798" y="10901"/>
                    <a:pt x="24622" y="10964"/>
                  </a:cubicBezTo>
                  <a:cubicBezTo>
                    <a:pt x="24971" y="10964"/>
                    <a:pt x="25066" y="11281"/>
                    <a:pt x="25066" y="11566"/>
                  </a:cubicBezTo>
                  <a:cubicBezTo>
                    <a:pt x="25097" y="11978"/>
                    <a:pt x="25066" y="12358"/>
                    <a:pt x="25066" y="12770"/>
                  </a:cubicBezTo>
                  <a:cubicBezTo>
                    <a:pt x="25066" y="12992"/>
                    <a:pt x="25034" y="13246"/>
                    <a:pt x="25256" y="13436"/>
                  </a:cubicBezTo>
                  <a:cubicBezTo>
                    <a:pt x="25700" y="13658"/>
                    <a:pt x="26143" y="13531"/>
                    <a:pt x="26618" y="13563"/>
                  </a:cubicBezTo>
                  <a:cubicBezTo>
                    <a:pt x="26967" y="13594"/>
                    <a:pt x="27347" y="13499"/>
                    <a:pt x="27696" y="13721"/>
                  </a:cubicBezTo>
                  <a:cubicBezTo>
                    <a:pt x="28044" y="14228"/>
                    <a:pt x="27854" y="14798"/>
                    <a:pt x="27886" y="15337"/>
                  </a:cubicBezTo>
                  <a:cubicBezTo>
                    <a:pt x="27918" y="16319"/>
                    <a:pt x="27918" y="16351"/>
                    <a:pt x="28868" y="16351"/>
                  </a:cubicBezTo>
                  <a:cubicBezTo>
                    <a:pt x="30326" y="16351"/>
                    <a:pt x="30294" y="16478"/>
                    <a:pt x="30294" y="14957"/>
                  </a:cubicBezTo>
                  <a:cubicBezTo>
                    <a:pt x="30294" y="14545"/>
                    <a:pt x="30199" y="14101"/>
                    <a:pt x="30453" y="13721"/>
                  </a:cubicBezTo>
                  <a:cubicBezTo>
                    <a:pt x="30833" y="13468"/>
                    <a:pt x="31245" y="13594"/>
                    <a:pt x="31688" y="13563"/>
                  </a:cubicBezTo>
                  <a:cubicBezTo>
                    <a:pt x="32037" y="13594"/>
                    <a:pt x="32417" y="13563"/>
                    <a:pt x="32766" y="13436"/>
                  </a:cubicBezTo>
                  <a:cubicBezTo>
                    <a:pt x="33114" y="13024"/>
                    <a:pt x="32924" y="12517"/>
                    <a:pt x="32956" y="12042"/>
                  </a:cubicBezTo>
                  <a:cubicBezTo>
                    <a:pt x="32988" y="10996"/>
                    <a:pt x="33051" y="10901"/>
                    <a:pt x="34065" y="10901"/>
                  </a:cubicBezTo>
                  <a:cubicBezTo>
                    <a:pt x="35935" y="10901"/>
                    <a:pt x="35713" y="11059"/>
                    <a:pt x="35744" y="9221"/>
                  </a:cubicBezTo>
                  <a:cubicBezTo>
                    <a:pt x="35681" y="8873"/>
                    <a:pt x="35744" y="8556"/>
                    <a:pt x="35935" y="8271"/>
                  </a:cubicBezTo>
                  <a:cubicBezTo>
                    <a:pt x="36315" y="8081"/>
                    <a:pt x="36695" y="8049"/>
                    <a:pt x="37107" y="8081"/>
                  </a:cubicBezTo>
                  <a:cubicBezTo>
                    <a:pt x="38375" y="8081"/>
                    <a:pt x="38375" y="8081"/>
                    <a:pt x="38375" y="6781"/>
                  </a:cubicBezTo>
                  <a:lnTo>
                    <a:pt x="38375" y="1046"/>
                  </a:lnTo>
                  <a:cubicBezTo>
                    <a:pt x="38343" y="729"/>
                    <a:pt x="38406" y="381"/>
                    <a:pt x="38596" y="95"/>
                  </a:cubicBezTo>
                  <a:cubicBezTo>
                    <a:pt x="39642" y="0"/>
                    <a:pt x="40719" y="95"/>
                    <a:pt x="41765" y="64"/>
                  </a:cubicBezTo>
                  <a:lnTo>
                    <a:pt x="43666" y="64"/>
                  </a:lnTo>
                  <a:cubicBezTo>
                    <a:pt x="43952" y="64"/>
                    <a:pt x="44078" y="159"/>
                    <a:pt x="44078" y="476"/>
                  </a:cubicBezTo>
                  <a:lnTo>
                    <a:pt x="44078" y="2187"/>
                  </a:lnTo>
                  <a:cubicBezTo>
                    <a:pt x="44078" y="2757"/>
                    <a:pt x="44078" y="2821"/>
                    <a:pt x="44680" y="2821"/>
                  </a:cubicBezTo>
                  <a:cubicBezTo>
                    <a:pt x="45282" y="2821"/>
                    <a:pt x="45853" y="2821"/>
                    <a:pt x="46487" y="2821"/>
                  </a:cubicBezTo>
                  <a:cubicBezTo>
                    <a:pt x="46772" y="2821"/>
                    <a:pt x="46867" y="2916"/>
                    <a:pt x="46867" y="3201"/>
                  </a:cubicBezTo>
                  <a:lnTo>
                    <a:pt x="46867" y="5546"/>
                  </a:lnTo>
                  <a:cubicBezTo>
                    <a:pt x="47057" y="5799"/>
                    <a:pt x="47120" y="6116"/>
                    <a:pt x="47057" y="6401"/>
                  </a:cubicBezTo>
                  <a:lnTo>
                    <a:pt x="47057" y="18347"/>
                  </a:lnTo>
                  <a:cubicBezTo>
                    <a:pt x="47120" y="18664"/>
                    <a:pt x="47057" y="18981"/>
                    <a:pt x="46867" y="19235"/>
                  </a:cubicBezTo>
                  <a:lnTo>
                    <a:pt x="43286" y="19266"/>
                  </a:lnTo>
                  <a:lnTo>
                    <a:pt x="41892" y="19266"/>
                  </a:lnTo>
                  <a:cubicBezTo>
                    <a:pt x="41417" y="19266"/>
                    <a:pt x="41417" y="19266"/>
                    <a:pt x="41417" y="19742"/>
                  </a:cubicBezTo>
                  <a:lnTo>
                    <a:pt x="41417" y="21326"/>
                  </a:lnTo>
                  <a:cubicBezTo>
                    <a:pt x="41417" y="21992"/>
                    <a:pt x="41417" y="21992"/>
                    <a:pt x="40751" y="21992"/>
                  </a:cubicBezTo>
                  <a:lnTo>
                    <a:pt x="35966" y="21992"/>
                  </a:lnTo>
                  <a:lnTo>
                    <a:pt x="33653" y="21992"/>
                  </a:lnTo>
                  <a:cubicBezTo>
                    <a:pt x="33178" y="21992"/>
                    <a:pt x="33178" y="21992"/>
                    <a:pt x="33178" y="22467"/>
                  </a:cubicBezTo>
                  <a:cubicBezTo>
                    <a:pt x="33178" y="22942"/>
                    <a:pt x="33178" y="23481"/>
                    <a:pt x="33178" y="24020"/>
                  </a:cubicBezTo>
                  <a:cubicBezTo>
                    <a:pt x="33178" y="24812"/>
                    <a:pt x="33273" y="24717"/>
                    <a:pt x="32481" y="24748"/>
                  </a:cubicBezTo>
                  <a:lnTo>
                    <a:pt x="12169" y="24748"/>
                  </a:lnTo>
                  <a:lnTo>
                    <a:pt x="11694" y="24748"/>
                  </a:lnTo>
                  <a:cubicBezTo>
                    <a:pt x="11408" y="24780"/>
                    <a:pt x="11250" y="24653"/>
                    <a:pt x="11282" y="24336"/>
                  </a:cubicBezTo>
                  <a:cubicBezTo>
                    <a:pt x="11282" y="24083"/>
                    <a:pt x="11282" y="23798"/>
                    <a:pt x="11282" y="23544"/>
                  </a:cubicBezTo>
                  <a:cubicBezTo>
                    <a:pt x="11250" y="23069"/>
                    <a:pt x="11503" y="22435"/>
                    <a:pt x="11187" y="22150"/>
                  </a:cubicBezTo>
                  <a:cubicBezTo>
                    <a:pt x="10870" y="21833"/>
                    <a:pt x="10204" y="22023"/>
                    <a:pt x="9729" y="22023"/>
                  </a:cubicBezTo>
                  <a:cubicBezTo>
                    <a:pt x="8620" y="21992"/>
                    <a:pt x="7511" y="22023"/>
                    <a:pt x="6402" y="22023"/>
                  </a:cubicBezTo>
                  <a:cubicBezTo>
                    <a:pt x="5800" y="22023"/>
                    <a:pt x="5800" y="22023"/>
                    <a:pt x="5800" y="21453"/>
                  </a:cubicBezTo>
                  <a:cubicBezTo>
                    <a:pt x="5800" y="20882"/>
                    <a:pt x="5800" y="20375"/>
                    <a:pt x="5800" y="19868"/>
                  </a:cubicBezTo>
                  <a:cubicBezTo>
                    <a:pt x="5800" y="19361"/>
                    <a:pt x="5800" y="19298"/>
                    <a:pt x="5229" y="19298"/>
                  </a:cubicBezTo>
                  <a:lnTo>
                    <a:pt x="983" y="19298"/>
                  </a:lnTo>
                  <a:cubicBezTo>
                    <a:pt x="730" y="19298"/>
                    <a:pt x="508" y="19266"/>
                    <a:pt x="254" y="19266"/>
                  </a:cubicBezTo>
                  <a:cubicBezTo>
                    <a:pt x="96" y="19013"/>
                    <a:pt x="33" y="18696"/>
                    <a:pt x="64" y="18379"/>
                  </a:cubicBezTo>
                  <a:lnTo>
                    <a:pt x="64" y="6433"/>
                  </a:lnTo>
                  <a:cubicBezTo>
                    <a:pt x="1" y="6116"/>
                    <a:pt x="64" y="5767"/>
                    <a:pt x="254" y="54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624;p34">
              <a:extLst>
                <a:ext uri="{FF2B5EF4-FFF2-40B4-BE49-F238E27FC236}">
                  <a16:creationId xmlns:a16="http://schemas.microsoft.com/office/drawing/2014/main" id="{ED88145D-889C-4410-964A-5B75F779F7E1}"/>
                </a:ext>
              </a:extLst>
            </p:cNvPr>
            <p:cNvSpPr/>
            <p:nvPr/>
          </p:nvSpPr>
          <p:spPr>
            <a:xfrm>
              <a:off x="4015917" y="786522"/>
              <a:ext cx="1036477" cy="333939"/>
            </a:xfrm>
            <a:custGeom>
              <a:avLst/>
              <a:gdLst/>
              <a:ahLst/>
              <a:cxnLst/>
              <a:rect l="l" t="t" r="r" b="b"/>
              <a:pathLst>
                <a:path w="52032" h="16764" extrusionOk="0">
                  <a:moveTo>
                    <a:pt x="16383" y="64"/>
                  </a:moveTo>
                  <a:lnTo>
                    <a:pt x="16383" y="7352"/>
                  </a:lnTo>
                  <a:lnTo>
                    <a:pt x="16383" y="7828"/>
                  </a:lnTo>
                  <a:cubicBezTo>
                    <a:pt x="16383" y="8176"/>
                    <a:pt x="16573" y="8303"/>
                    <a:pt x="16890" y="8303"/>
                  </a:cubicBezTo>
                  <a:lnTo>
                    <a:pt x="17365" y="8303"/>
                  </a:lnTo>
                  <a:lnTo>
                    <a:pt x="29122" y="8303"/>
                  </a:lnTo>
                  <a:cubicBezTo>
                    <a:pt x="30959" y="8303"/>
                    <a:pt x="32829" y="8335"/>
                    <a:pt x="34667" y="8303"/>
                  </a:cubicBezTo>
                  <a:lnTo>
                    <a:pt x="35047" y="8303"/>
                  </a:lnTo>
                  <a:cubicBezTo>
                    <a:pt x="35364" y="8303"/>
                    <a:pt x="35554" y="8176"/>
                    <a:pt x="35554" y="7828"/>
                  </a:cubicBezTo>
                  <a:lnTo>
                    <a:pt x="35554" y="7352"/>
                  </a:lnTo>
                  <a:lnTo>
                    <a:pt x="35554" y="64"/>
                  </a:lnTo>
                  <a:lnTo>
                    <a:pt x="37677" y="64"/>
                  </a:lnTo>
                  <a:cubicBezTo>
                    <a:pt x="38343" y="64"/>
                    <a:pt x="38343" y="64"/>
                    <a:pt x="38343" y="698"/>
                  </a:cubicBezTo>
                  <a:lnTo>
                    <a:pt x="38343" y="4754"/>
                  </a:lnTo>
                  <a:lnTo>
                    <a:pt x="38343" y="5229"/>
                  </a:lnTo>
                  <a:cubicBezTo>
                    <a:pt x="38311" y="5388"/>
                    <a:pt x="38469" y="5514"/>
                    <a:pt x="38628" y="5514"/>
                  </a:cubicBezTo>
                  <a:lnTo>
                    <a:pt x="39040" y="5514"/>
                  </a:lnTo>
                  <a:lnTo>
                    <a:pt x="46138" y="5514"/>
                  </a:lnTo>
                  <a:cubicBezTo>
                    <a:pt x="46328" y="5546"/>
                    <a:pt x="46486" y="5388"/>
                    <a:pt x="46455" y="5198"/>
                  </a:cubicBezTo>
                  <a:lnTo>
                    <a:pt x="46455" y="4405"/>
                  </a:lnTo>
                  <a:cubicBezTo>
                    <a:pt x="46455" y="2948"/>
                    <a:pt x="46486" y="1490"/>
                    <a:pt x="46486" y="33"/>
                  </a:cubicBezTo>
                  <a:lnTo>
                    <a:pt x="48736" y="33"/>
                  </a:lnTo>
                  <a:cubicBezTo>
                    <a:pt x="49243" y="33"/>
                    <a:pt x="49243" y="33"/>
                    <a:pt x="49243" y="571"/>
                  </a:cubicBezTo>
                  <a:cubicBezTo>
                    <a:pt x="49243" y="1110"/>
                    <a:pt x="49275" y="1712"/>
                    <a:pt x="49243" y="2282"/>
                  </a:cubicBezTo>
                  <a:cubicBezTo>
                    <a:pt x="49243" y="2663"/>
                    <a:pt x="49370" y="2758"/>
                    <a:pt x="49718" y="2726"/>
                  </a:cubicBezTo>
                  <a:lnTo>
                    <a:pt x="51620" y="2726"/>
                  </a:lnTo>
                  <a:cubicBezTo>
                    <a:pt x="51905" y="2726"/>
                    <a:pt x="52032" y="2821"/>
                    <a:pt x="52032" y="3138"/>
                  </a:cubicBezTo>
                  <a:cubicBezTo>
                    <a:pt x="52000" y="4849"/>
                    <a:pt x="52000" y="6560"/>
                    <a:pt x="52000" y="8240"/>
                  </a:cubicBezTo>
                  <a:cubicBezTo>
                    <a:pt x="51715" y="8398"/>
                    <a:pt x="51398" y="8461"/>
                    <a:pt x="51081" y="8398"/>
                  </a:cubicBezTo>
                  <a:lnTo>
                    <a:pt x="47437" y="8398"/>
                  </a:lnTo>
                  <a:cubicBezTo>
                    <a:pt x="46772" y="8398"/>
                    <a:pt x="46708" y="8493"/>
                    <a:pt x="46676" y="9190"/>
                  </a:cubicBezTo>
                  <a:lnTo>
                    <a:pt x="46676" y="10331"/>
                  </a:lnTo>
                  <a:cubicBezTo>
                    <a:pt x="46645" y="11028"/>
                    <a:pt x="46486" y="11187"/>
                    <a:pt x="45789" y="11187"/>
                  </a:cubicBezTo>
                  <a:cubicBezTo>
                    <a:pt x="44712" y="11218"/>
                    <a:pt x="43603" y="11187"/>
                    <a:pt x="42525" y="11187"/>
                  </a:cubicBezTo>
                  <a:cubicBezTo>
                    <a:pt x="41099" y="11187"/>
                    <a:pt x="41226" y="11123"/>
                    <a:pt x="41226" y="12486"/>
                  </a:cubicBezTo>
                  <a:cubicBezTo>
                    <a:pt x="41226" y="12866"/>
                    <a:pt x="41321" y="13341"/>
                    <a:pt x="41004" y="13658"/>
                  </a:cubicBezTo>
                  <a:lnTo>
                    <a:pt x="36156" y="13658"/>
                  </a:lnTo>
                  <a:cubicBezTo>
                    <a:pt x="35586" y="13658"/>
                    <a:pt x="35586" y="13658"/>
                    <a:pt x="35554" y="14260"/>
                  </a:cubicBezTo>
                  <a:lnTo>
                    <a:pt x="35554" y="16415"/>
                  </a:lnTo>
                  <a:cubicBezTo>
                    <a:pt x="34699" y="16732"/>
                    <a:pt x="33748" y="16764"/>
                    <a:pt x="32861" y="16447"/>
                  </a:cubicBezTo>
                  <a:lnTo>
                    <a:pt x="29945" y="16447"/>
                  </a:lnTo>
                  <a:lnTo>
                    <a:pt x="19172" y="16447"/>
                  </a:lnTo>
                  <a:lnTo>
                    <a:pt x="19172" y="16447"/>
                  </a:lnTo>
                  <a:cubicBezTo>
                    <a:pt x="19172" y="15655"/>
                    <a:pt x="19140" y="14926"/>
                    <a:pt x="19172" y="14134"/>
                  </a:cubicBezTo>
                  <a:cubicBezTo>
                    <a:pt x="19172" y="13848"/>
                    <a:pt x="19077" y="13690"/>
                    <a:pt x="18760" y="13690"/>
                  </a:cubicBezTo>
                  <a:cubicBezTo>
                    <a:pt x="16161" y="13722"/>
                    <a:pt x="13563" y="13658"/>
                    <a:pt x="10965" y="13722"/>
                  </a:cubicBezTo>
                  <a:cubicBezTo>
                    <a:pt x="10711" y="13531"/>
                    <a:pt x="10743" y="13246"/>
                    <a:pt x="10711" y="12993"/>
                  </a:cubicBezTo>
                  <a:lnTo>
                    <a:pt x="10711" y="11852"/>
                  </a:lnTo>
                  <a:cubicBezTo>
                    <a:pt x="10743" y="11377"/>
                    <a:pt x="10521" y="11187"/>
                    <a:pt x="10046" y="11187"/>
                  </a:cubicBezTo>
                  <a:lnTo>
                    <a:pt x="6402" y="11187"/>
                  </a:lnTo>
                  <a:cubicBezTo>
                    <a:pt x="5388" y="11187"/>
                    <a:pt x="5292" y="11092"/>
                    <a:pt x="5261" y="10046"/>
                  </a:cubicBezTo>
                  <a:cubicBezTo>
                    <a:pt x="5261" y="8271"/>
                    <a:pt x="5483" y="8398"/>
                    <a:pt x="3645" y="8398"/>
                  </a:cubicBezTo>
                  <a:lnTo>
                    <a:pt x="856" y="8398"/>
                  </a:lnTo>
                  <a:cubicBezTo>
                    <a:pt x="571" y="8430"/>
                    <a:pt x="286" y="8366"/>
                    <a:pt x="32" y="8240"/>
                  </a:cubicBezTo>
                  <a:cubicBezTo>
                    <a:pt x="32" y="6529"/>
                    <a:pt x="32" y="4817"/>
                    <a:pt x="1" y="3106"/>
                  </a:cubicBezTo>
                  <a:cubicBezTo>
                    <a:pt x="1" y="2853"/>
                    <a:pt x="96" y="2726"/>
                    <a:pt x="413" y="2726"/>
                  </a:cubicBezTo>
                  <a:lnTo>
                    <a:pt x="2250" y="2726"/>
                  </a:lnTo>
                  <a:cubicBezTo>
                    <a:pt x="2599" y="2726"/>
                    <a:pt x="2726" y="2631"/>
                    <a:pt x="2726" y="2282"/>
                  </a:cubicBezTo>
                  <a:cubicBezTo>
                    <a:pt x="2694" y="1680"/>
                    <a:pt x="2726" y="1078"/>
                    <a:pt x="2726" y="476"/>
                  </a:cubicBezTo>
                  <a:cubicBezTo>
                    <a:pt x="2726" y="159"/>
                    <a:pt x="2821" y="1"/>
                    <a:pt x="3169" y="33"/>
                  </a:cubicBezTo>
                  <a:lnTo>
                    <a:pt x="5483" y="33"/>
                  </a:lnTo>
                  <a:cubicBezTo>
                    <a:pt x="5483" y="1490"/>
                    <a:pt x="5483" y="2979"/>
                    <a:pt x="5514" y="4469"/>
                  </a:cubicBezTo>
                  <a:lnTo>
                    <a:pt x="5514" y="4849"/>
                  </a:lnTo>
                  <a:cubicBezTo>
                    <a:pt x="5514" y="5514"/>
                    <a:pt x="5514" y="5514"/>
                    <a:pt x="6180" y="5514"/>
                  </a:cubicBezTo>
                  <a:lnTo>
                    <a:pt x="13119" y="5514"/>
                  </a:lnTo>
                  <a:cubicBezTo>
                    <a:pt x="13721" y="5514"/>
                    <a:pt x="13721" y="5514"/>
                    <a:pt x="13721" y="4881"/>
                  </a:cubicBezTo>
                  <a:lnTo>
                    <a:pt x="13721" y="761"/>
                  </a:lnTo>
                  <a:cubicBezTo>
                    <a:pt x="13721" y="64"/>
                    <a:pt x="13721" y="64"/>
                    <a:pt x="14387" y="64"/>
                  </a:cubicBezTo>
                  <a:lnTo>
                    <a:pt x="16383" y="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25;p34">
              <a:extLst>
                <a:ext uri="{FF2B5EF4-FFF2-40B4-BE49-F238E27FC236}">
                  <a16:creationId xmlns:a16="http://schemas.microsoft.com/office/drawing/2014/main" id="{D7BFD5AA-C964-40AD-A4CD-B7EAE19F6C5F}"/>
                </a:ext>
              </a:extLst>
            </p:cNvPr>
            <p:cNvSpPr/>
            <p:nvPr/>
          </p:nvSpPr>
          <p:spPr>
            <a:xfrm>
              <a:off x="3960380" y="950643"/>
              <a:ext cx="273960" cy="436188"/>
            </a:xfrm>
            <a:custGeom>
              <a:avLst/>
              <a:gdLst/>
              <a:ahLst/>
              <a:cxnLst/>
              <a:rect l="l" t="t" r="r" b="b"/>
              <a:pathLst>
                <a:path w="13753" h="21897" extrusionOk="0">
                  <a:moveTo>
                    <a:pt x="2820" y="1"/>
                  </a:moveTo>
                  <a:lnTo>
                    <a:pt x="7732" y="1"/>
                  </a:lnTo>
                  <a:cubicBezTo>
                    <a:pt x="8271" y="1"/>
                    <a:pt x="8271" y="32"/>
                    <a:pt x="8271" y="571"/>
                  </a:cubicBezTo>
                  <a:cubicBezTo>
                    <a:pt x="8271" y="1141"/>
                    <a:pt x="8271" y="1648"/>
                    <a:pt x="8271" y="2155"/>
                  </a:cubicBezTo>
                  <a:cubicBezTo>
                    <a:pt x="8271" y="2694"/>
                    <a:pt x="8271" y="2757"/>
                    <a:pt x="8841" y="2757"/>
                  </a:cubicBezTo>
                  <a:lnTo>
                    <a:pt x="12802" y="2757"/>
                  </a:lnTo>
                  <a:lnTo>
                    <a:pt x="13214" y="2757"/>
                  </a:lnTo>
                  <a:cubicBezTo>
                    <a:pt x="13721" y="2757"/>
                    <a:pt x="13721" y="2757"/>
                    <a:pt x="13721" y="3296"/>
                  </a:cubicBezTo>
                  <a:cubicBezTo>
                    <a:pt x="13721" y="4025"/>
                    <a:pt x="13721" y="4754"/>
                    <a:pt x="13753" y="5483"/>
                  </a:cubicBezTo>
                  <a:lnTo>
                    <a:pt x="13721" y="7669"/>
                  </a:lnTo>
                  <a:cubicBezTo>
                    <a:pt x="13721" y="8208"/>
                    <a:pt x="13721" y="8208"/>
                    <a:pt x="13182" y="8208"/>
                  </a:cubicBezTo>
                  <a:lnTo>
                    <a:pt x="11408" y="8208"/>
                  </a:lnTo>
                  <a:cubicBezTo>
                    <a:pt x="11122" y="8208"/>
                    <a:pt x="10996" y="8334"/>
                    <a:pt x="10996" y="8620"/>
                  </a:cubicBezTo>
                  <a:lnTo>
                    <a:pt x="10996" y="10141"/>
                  </a:lnTo>
                  <a:lnTo>
                    <a:pt x="10996" y="19108"/>
                  </a:lnTo>
                  <a:cubicBezTo>
                    <a:pt x="10140" y="19298"/>
                    <a:pt x="9285" y="19172"/>
                    <a:pt x="8429" y="19172"/>
                  </a:cubicBezTo>
                  <a:cubicBezTo>
                    <a:pt x="8049" y="19172"/>
                    <a:pt x="8080" y="18791"/>
                    <a:pt x="8049" y="18506"/>
                  </a:cubicBezTo>
                  <a:cubicBezTo>
                    <a:pt x="7985" y="17619"/>
                    <a:pt x="8049" y="16700"/>
                    <a:pt x="8049" y="15813"/>
                  </a:cubicBezTo>
                  <a:lnTo>
                    <a:pt x="8049" y="14418"/>
                  </a:lnTo>
                  <a:cubicBezTo>
                    <a:pt x="8112" y="14102"/>
                    <a:pt x="7859" y="13848"/>
                    <a:pt x="7573" y="13848"/>
                  </a:cubicBezTo>
                  <a:lnTo>
                    <a:pt x="3549" y="13848"/>
                  </a:lnTo>
                  <a:cubicBezTo>
                    <a:pt x="3391" y="13848"/>
                    <a:pt x="3232" y="13911"/>
                    <a:pt x="3137" y="14038"/>
                  </a:cubicBezTo>
                  <a:cubicBezTo>
                    <a:pt x="3042" y="14323"/>
                    <a:pt x="3010" y="14609"/>
                    <a:pt x="3042" y="14894"/>
                  </a:cubicBezTo>
                  <a:lnTo>
                    <a:pt x="3042" y="20819"/>
                  </a:lnTo>
                  <a:cubicBezTo>
                    <a:pt x="3074" y="21168"/>
                    <a:pt x="3042" y="21485"/>
                    <a:pt x="2915" y="21802"/>
                  </a:cubicBezTo>
                  <a:lnTo>
                    <a:pt x="2820" y="21897"/>
                  </a:lnTo>
                  <a:lnTo>
                    <a:pt x="571" y="21897"/>
                  </a:lnTo>
                  <a:cubicBezTo>
                    <a:pt x="32" y="21897"/>
                    <a:pt x="32" y="21897"/>
                    <a:pt x="32" y="21358"/>
                  </a:cubicBezTo>
                  <a:lnTo>
                    <a:pt x="32" y="13721"/>
                  </a:lnTo>
                  <a:lnTo>
                    <a:pt x="32" y="6275"/>
                  </a:lnTo>
                  <a:lnTo>
                    <a:pt x="32" y="5799"/>
                  </a:lnTo>
                  <a:cubicBezTo>
                    <a:pt x="0" y="5514"/>
                    <a:pt x="127" y="5388"/>
                    <a:pt x="412" y="5388"/>
                  </a:cubicBezTo>
                  <a:lnTo>
                    <a:pt x="2218" y="5388"/>
                  </a:lnTo>
                  <a:cubicBezTo>
                    <a:pt x="2820" y="5388"/>
                    <a:pt x="2820" y="5388"/>
                    <a:pt x="2820" y="4817"/>
                  </a:cubicBezTo>
                  <a:lnTo>
                    <a:pt x="2820" y="381"/>
                  </a:lnTo>
                  <a:cubicBezTo>
                    <a:pt x="2789" y="286"/>
                    <a:pt x="2789" y="127"/>
                    <a:pt x="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26;p34">
              <a:extLst>
                <a:ext uri="{FF2B5EF4-FFF2-40B4-BE49-F238E27FC236}">
                  <a16:creationId xmlns:a16="http://schemas.microsoft.com/office/drawing/2014/main" id="{6343164A-E576-4DEF-8BAB-4535A9E14836}"/>
                </a:ext>
              </a:extLst>
            </p:cNvPr>
            <p:cNvSpPr/>
            <p:nvPr/>
          </p:nvSpPr>
          <p:spPr>
            <a:xfrm>
              <a:off x="4831442" y="950005"/>
              <a:ext cx="275235" cy="436826"/>
            </a:xfrm>
            <a:custGeom>
              <a:avLst/>
              <a:gdLst/>
              <a:ahLst/>
              <a:cxnLst/>
              <a:rect l="l" t="t" r="r" b="b"/>
              <a:pathLst>
                <a:path w="13817" h="21929" extrusionOk="0">
                  <a:moveTo>
                    <a:pt x="64" y="5451"/>
                  </a:moveTo>
                  <a:cubicBezTo>
                    <a:pt x="128" y="4722"/>
                    <a:pt x="64" y="3994"/>
                    <a:pt x="96" y="3265"/>
                  </a:cubicBezTo>
                  <a:cubicBezTo>
                    <a:pt x="96" y="2789"/>
                    <a:pt x="96" y="2789"/>
                    <a:pt x="571" y="2789"/>
                  </a:cubicBezTo>
                  <a:lnTo>
                    <a:pt x="4944" y="2789"/>
                  </a:lnTo>
                  <a:cubicBezTo>
                    <a:pt x="5546" y="2789"/>
                    <a:pt x="5546" y="2789"/>
                    <a:pt x="5546" y="2187"/>
                  </a:cubicBezTo>
                  <a:cubicBezTo>
                    <a:pt x="5546" y="1585"/>
                    <a:pt x="5546" y="1142"/>
                    <a:pt x="5546" y="603"/>
                  </a:cubicBezTo>
                  <a:cubicBezTo>
                    <a:pt x="5546" y="96"/>
                    <a:pt x="5546" y="1"/>
                    <a:pt x="6148" y="1"/>
                  </a:cubicBezTo>
                  <a:lnTo>
                    <a:pt x="11060" y="1"/>
                  </a:lnTo>
                  <a:cubicBezTo>
                    <a:pt x="11060" y="1522"/>
                    <a:pt x="11092" y="3043"/>
                    <a:pt x="11092" y="4532"/>
                  </a:cubicBezTo>
                  <a:lnTo>
                    <a:pt x="11092" y="4881"/>
                  </a:lnTo>
                  <a:cubicBezTo>
                    <a:pt x="11092" y="5483"/>
                    <a:pt x="11060" y="5451"/>
                    <a:pt x="11694" y="5451"/>
                  </a:cubicBezTo>
                  <a:lnTo>
                    <a:pt x="13341" y="5451"/>
                  </a:lnTo>
                  <a:cubicBezTo>
                    <a:pt x="13690" y="5451"/>
                    <a:pt x="13785" y="5546"/>
                    <a:pt x="13785" y="5895"/>
                  </a:cubicBezTo>
                  <a:lnTo>
                    <a:pt x="13785" y="10901"/>
                  </a:lnTo>
                  <a:lnTo>
                    <a:pt x="13785" y="21200"/>
                  </a:lnTo>
                  <a:lnTo>
                    <a:pt x="13785" y="21580"/>
                  </a:lnTo>
                  <a:cubicBezTo>
                    <a:pt x="13817" y="21834"/>
                    <a:pt x="13690" y="21929"/>
                    <a:pt x="13437" y="21929"/>
                  </a:cubicBezTo>
                  <a:lnTo>
                    <a:pt x="11123" y="21929"/>
                  </a:lnTo>
                  <a:lnTo>
                    <a:pt x="11028" y="21834"/>
                  </a:lnTo>
                  <a:cubicBezTo>
                    <a:pt x="10933" y="21549"/>
                    <a:pt x="10902" y="21232"/>
                    <a:pt x="10933" y="20915"/>
                  </a:cubicBezTo>
                  <a:lnTo>
                    <a:pt x="10933" y="14736"/>
                  </a:lnTo>
                  <a:cubicBezTo>
                    <a:pt x="10933" y="13943"/>
                    <a:pt x="10870" y="13880"/>
                    <a:pt x="10078" y="13880"/>
                  </a:cubicBezTo>
                  <a:lnTo>
                    <a:pt x="6687" y="13880"/>
                  </a:lnTo>
                  <a:cubicBezTo>
                    <a:pt x="5768" y="13880"/>
                    <a:pt x="5736" y="13912"/>
                    <a:pt x="5736" y="14799"/>
                  </a:cubicBezTo>
                  <a:cubicBezTo>
                    <a:pt x="5736" y="15971"/>
                    <a:pt x="5768" y="17144"/>
                    <a:pt x="5736" y="18316"/>
                  </a:cubicBezTo>
                  <a:cubicBezTo>
                    <a:pt x="5736" y="19172"/>
                    <a:pt x="5641" y="19204"/>
                    <a:pt x="4817" y="19204"/>
                  </a:cubicBezTo>
                  <a:cubicBezTo>
                    <a:pt x="4184" y="19235"/>
                    <a:pt x="3518" y="19204"/>
                    <a:pt x="2885" y="19172"/>
                  </a:cubicBezTo>
                  <a:cubicBezTo>
                    <a:pt x="2885" y="18538"/>
                    <a:pt x="2853" y="17873"/>
                    <a:pt x="2853" y="17239"/>
                  </a:cubicBezTo>
                  <a:lnTo>
                    <a:pt x="2853" y="9064"/>
                  </a:lnTo>
                  <a:lnTo>
                    <a:pt x="2853" y="8588"/>
                  </a:lnTo>
                  <a:cubicBezTo>
                    <a:pt x="2853" y="8335"/>
                    <a:pt x="2758" y="8240"/>
                    <a:pt x="2504" y="8240"/>
                  </a:cubicBezTo>
                  <a:lnTo>
                    <a:pt x="793" y="8240"/>
                  </a:lnTo>
                  <a:cubicBezTo>
                    <a:pt x="1" y="8240"/>
                    <a:pt x="96" y="8303"/>
                    <a:pt x="96" y="7574"/>
                  </a:cubicBezTo>
                  <a:cubicBezTo>
                    <a:pt x="128" y="6877"/>
                    <a:pt x="96" y="6148"/>
                    <a:pt x="64" y="54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27;p34">
              <a:extLst>
                <a:ext uri="{FF2B5EF4-FFF2-40B4-BE49-F238E27FC236}">
                  <a16:creationId xmlns:a16="http://schemas.microsoft.com/office/drawing/2014/main" id="{9F1463BC-CE5B-4084-8E85-0F2D2C4D68A0}"/>
                </a:ext>
              </a:extLst>
            </p:cNvPr>
            <p:cNvSpPr/>
            <p:nvPr/>
          </p:nvSpPr>
          <p:spPr>
            <a:xfrm>
              <a:off x="4997455" y="1985845"/>
              <a:ext cx="164778" cy="273960"/>
            </a:xfrm>
            <a:custGeom>
              <a:avLst/>
              <a:gdLst/>
              <a:ahLst/>
              <a:cxnLst/>
              <a:rect l="l" t="t" r="r" b="b"/>
              <a:pathLst>
                <a:path w="8272" h="13753" extrusionOk="0">
                  <a:moveTo>
                    <a:pt x="33" y="13721"/>
                  </a:moveTo>
                  <a:cubicBezTo>
                    <a:pt x="1" y="13658"/>
                    <a:pt x="1" y="13594"/>
                    <a:pt x="1" y="13531"/>
                  </a:cubicBezTo>
                  <a:lnTo>
                    <a:pt x="1" y="0"/>
                  </a:lnTo>
                  <a:lnTo>
                    <a:pt x="4659" y="32"/>
                  </a:lnTo>
                  <a:lnTo>
                    <a:pt x="5103" y="32"/>
                  </a:lnTo>
                  <a:cubicBezTo>
                    <a:pt x="5388" y="32"/>
                    <a:pt x="5451" y="159"/>
                    <a:pt x="5451" y="412"/>
                  </a:cubicBezTo>
                  <a:lnTo>
                    <a:pt x="5451" y="2377"/>
                  </a:lnTo>
                  <a:cubicBezTo>
                    <a:pt x="5451" y="2694"/>
                    <a:pt x="5546" y="2820"/>
                    <a:pt x="5863" y="2820"/>
                  </a:cubicBezTo>
                  <a:cubicBezTo>
                    <a:pt x="6497" y="2789"/>
                    <a:pt x="7131" y="2820"/>
                    <a:pt x="7764" y="2820"/>
                  </a:cubicBezTo>
                  <a:cubicBezTo>
                    <a:pt x="8145" y="2820"/>
                    <a:pt x="8240" y="2916"/>
                    <a:pt x="8240" y="3264"/>
                  </a:cubicBezTo>
                  <a:lnTo>
                    <a:pt x="8240" y="7320"/>
                  </a:lnTo>
                  <a:lnTo>
                    <a:pt x="8240" y="13214"/>
                  </a:lnTo>
                  <a:cubicBezTo>
                    <a:pt x="8240" y="13499"/>
                    <a:pt x="8271" y="13753"/>
                    <a:pt x="7828" y="13753"/>
                  </a:cubicBezTo>
                  <a:cubicBezTo>
                    <a:pt x="5261" y="13721"/>
                    <a:pt x="2663" y="13721"/>
                    <a:pt x="33" y="137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28;p34">
              <a:extLst>
                <a:ext uri="{FF2B5EF4-FFF2-40B4-BE49-F238E27FC236}">
                  <a16:creationId xmlns:a16="http://schemas.microsoft.com/office/drawing/2014/main" id="{AB3911B3-D8DD-49BD-852F-AEF6F4BCEF24}"/>
                </a:ext>
              </a:extLst>
            </p:cNvPr>
            <p:cNvSpPr/>
            <p:nvPr/>
          </p:nvSpPr>
          <p:spPr>
            <a:xfrm>
              <a:off x="3906098" y="1985845"/>
              <a:ext cx="162866" cy="273960"/>
            </a:xfrm>
            <a:custGeom>
              <a:avLst/>
              <a:gdLst/>
              <a:ahLst/>
              <a:cxnLst/>
              <a:rect l="l" t="t" r="r" b="b"/>
              <a:pathLst>
                <a:path w="8176" h="13753" extrusionOk="0">
                  <a:moveTo>
                    <a:pt x="8175" y="0"/>
                  </a:moveTo>
                  <a:lnTo>
                    <a:pt x="8175" y="12865"/>
                  </a:lnTo>
                  <a:cubicBezTo>
                    <a:pt x="8175" y="13151"/>
                    <a:pt x="8175" y="13436"/>
                    <a:pt x="8175" y="13721"/>
                  </a:cubicBezTo>
                  <a:lnTo>
                    <a:pt x="2662" y="13753"/>
                  </a:lnTo>
                  <a:lnTo>
                    <a:pt x="475" y="13753"/>
                  </a:lnTo>
                  <a:cubicBezTo>
                    <a:pt x="0" y="13753"/>
                    <a:pt x="0" y="13721"/>
                    <a:pt x="0" y="13277"/>
                  </a:cubicBezTo>
                  <a:lnTo>
                    <a:pt x="0" y="8746"/>
                  </a:lnTo>
                  <a:lnTo>
                    <a:pt x="0" y="3359"/>
                  </a:lnTo>
                  <a:cubicBezTo>
                    <a:pt x="0" y="2820"/>
                    <a:pt x="0" y="2820"/>
                    <a:pt x="539" y="2820"/>
                  </a:cubicBezTo>
                  <a:lnTo>
                    <a:pt x="2060" y="2820"/>
                  </a:lnTo>
                  <a:cubicBezTo>
                    <a:pt x="2820" y="2820"/>
                    <a:pt x="2725" y="2852"/>
                    <a:pt x="2725" y="2123"/>
                  </a:cubicBezTo>
                  <a:lnTo>
                    <a:pt x="2725" y="602"/>
                  </a:lnTo>
                  <a:cubicBezTo>
                    <a:pt x="2725" y="95"/>
                    <a:pt x="2725" y="32"/>
                    <a:pt x="3264" y="32"/>
                  </a:cubicBezTo>
                  <a:lnTo>
                    <a:pt x="7732" y="32"/>
                  </a:lnTo>
                  <a:cubicBezTo>
                    <a:pt x="7890" y="32"/>
                    <a:pt x="8049" y="32"/>
                    <a:pt x="8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629;p34">
              <a:extLst>
                <a:ext uri="{FF2B5EF4-FFF2-40B4-BE49-F238E27FC236}">
                  <a16:creationId xmlns:a16="http://schemas.microsoft.com/office/drawing/2014/main" id="{B93C05DD-2E81-4185-91DC-1C2D4B896BD2}"/>
                </a:ext>
              </a:extLst>
            </p:cNvPr>
            <p:cNvSpPr/>
            <p:nvPr/>
          </p:nvSpPr>
          <p:spPr>
            <a:xfrm>
              <a:off x="4335952" y="1817302"/>
              <a:ext cx="393898" cy="231052"/>
            </a:xfrm>
            <a:custGeom>
              <a:avLst/>
              <a:gdLst/>
              <a:ahLst/>
              <a:cxnLst/>
              <a:rect l="l" t="t" r="r" b="b"/>
              <a:pathLst>
                <a:path w="19774" h="11599" extrusionOk="0">
                  <a:moveTo>
                    <a:pt x="317" y="3043"/>
                  </a:moveTo>
                  <a:cubicBezTo>
                    <a:pt x="317" y="2124"/>
                    <a:pt x="317" y="1237"/>
                    <a:pt x="349" y="318"/>
                  </a:cubicBezTo>
                  <a:cubicBezTo>
                    <a:pt x="1236" y="32"/>
                    <a:pt x="2218" y="32"/>
                    <a:pt x="3106" y="349"/>
                  </a:cubicBezTo>
                  <a:lnTo>
                    <a:pt x="3106" y="349"/>
                  </a:lnTo>
                  <a:cubicBezTo>
                    <a:pt x="3454" y="856"/>
                    <a:pt x="3296" y="1427"/>
                    <a:pt x="3327" y="1965"/>
                  </a:cubicBezTo>
                  <a:cubicBezTo>
                    <a:pt x="3359" y="2758"/>
                    <a:pt x="3391" y="2789"/>
                    <a:pt x="4151" y="2821"/>
                  </a:cubicBezTo>
                  <a:lnTo>
                    <a:pt x="5292" y="2821"/>
                  </a:lnTo>
                  <a:cubicBezTo>
                    <a:pt x="5672" y="2789"/>
                    <a:pt x="6021" y="3138"/>
                    <a:pt x="5989" y="3518"/>
                  </a:cubicBezTo>
                  <a:lnTo>
                    <a:pt x="5989" y="4976"/>
                  </a:lnTo>
                  <a:cubicBezTo>
                    <a:pt x="5989" y="5419"/>
                    <a:pt x="6148" y="5578"/>
                    <a:pt x="6560" y="5578"/>
                  </a:cubicBezTo>
                  <a:lnTo>
                    <a:pt x="13214" y="5578"/>
                  </a:lnTo>
                  <a:cubicBezTo>
                    <a:pt x="13626" y="5578"/>
                    <a:pt x="13816" y="5419"/>
                    <a:pt x="13816" y="4976"/>
                  </a:cubicBezTo>
                  <a:cubicBezTo>
                    <a:pt x="13816" y="4564"/>
                    <a:pt x="13816" y="4057"/>
                    <a:pt x="13816" y="3581"/>
                  </a:cubicBezTo>
                  <a:cubicBezTo>
                    <a:pt x="13753" y="3138"/>
                    <a:pt x="14133" y="2758"/>
                    <a:pt x="14577" y="2789"/>
                  </a:cubicBezTo>
                  <a:cubicBezTo>
                    <a:pt x="15020" y="2789"/>
                    <a:pt x="15464" y="2789"/>
                    <a:pt x="15907" y="2789"/>
                  </a:cubicBezTo>
                  <a:cubicBezTo>
                    <a:pt x="16414" y="2821"/>
                    <a:pt x="16605" y="2599"/>
                    <a:pt x="16605" y="2092"/>
                  </a:cubicBezTo>
                  <a:cubicBezTo>
                    <a:pt x="16605" y="1490"/>
                    <a:pt x="16446" y="888"/>
                    <a:pt x="16795" y="349"/>
                  </a:cubicBezTo>
                  <a:lnTo>
                    <a:pt x="16795" y="349"/>
                  </a:lnTo>
                  <a:cubicBezTo>
                    <a:pt x="17650" y="32"/>
                    <a:pt x="18601" y="1"/>
                    <a:pt x="19456" y="318"/>
                  </a:cubicBezTo>
                  <a:cubicBezTo>
                    <a:pt x="19456" y="1205"/>
                    <a:pt x="19488" y="2124"/>
                    <a:pt x="19520" y="3011"/>
                  </a:cubicBezTo>
                  <a:cubicBezTo>
                    <a:pt x="19773" y="3930"/>
                    <a:pt x="19773" y="4881"/>
                    <a:pt x="19520" y="5800"/>
                  </a:cubicBezTo>
                  <a:cubicBezTo>
                    <a:pt x="19203" y="5990"/>
                    <a:pt x="18854" y="6053"/>
                    <a:pt x="18506" y="5990"/>
                  </a:cubicBezTo>
                  <a:cubicBezTo>
                    <a:pt x="16795" y="5990"/>
                    <a:pt x="17016" y="5831"/>
                    <a:pt x="17016" y="7542"/>
                  </a:cubicBezTo>
                  <a:cubicBezTo>
                    <a:pt x="17048" y="7859"/>
                    <a:pt x="16985" y="8208"/>
                    <a:pt x="16826" y="8493"/>
                  </a:cubicBezTo>
                  <a:cubicBezTo>
                    <a:pt x="16541" y="8651"/>
                    <a:pt x="16193" y="8715"/>
                    <a:pt x="15876" y="8651"/>
                  </a:cubicBezTo>
                  <a:lnTo>
                    <a:pt x="12422" y="8651"/>
                  </a:lnTo>
                  <a:cubicBezTo>
                    <a:pt x="11598" y="8651"/>
                    <a:pt x="11566" y="8715"/>
                    <a:pt x="11535" y="9507"/>
                  </a:cubicBezTo>
                  <a:cubicBezTo>
                    <a:pt x="11535" y="10077"/>
                    <a:pt x="11661" y="10679"/>
                    <a:pt x="11408" y="11218"/>
                  </a:cubicBezTo>
                  <a:cubicBezTo>
                    <a:pt x="11344" y="11281"/>
                    <a:pt x="11281" y="11345"/>
                    <a:pt x="11218" y="11377"/>
                  </a:cubicBezTo>
                  <a:cubicBezTo>
                    <a:pt x="10299" y="11472"/>
                    <a:pt x="9411" y="11598"/>
                    <a:pt x="8524" y="11281"/>
                  </a:cubicBezTo>
                  <a:cubicBezTo>
                    <a:pt x="8207" y="10711"/>
                    <a:pt x="8366" y="10109"/>
                    <a:pt x="8334" y="9539"/>
                  </a:cubicBezTo>
                  <a:cubicBezTo>
                    <a:pt x="8302" y="8715"/>
                    <a:pt x="8302" y="8683"/>
                    <a:pt x="7479" y="8651"/>
                  </a:cubicBezTo>
                  <a:lnTo>
                    <a:pt x="3993" y="8651"/>
                  </a:lnTo>
                  <a:cubicBezTo>
                    <a:pt x="3676" y="8715"/>
                    <a:pt x="3359" y="8651"/>
                    <a:pt x="3074" y="8525"/>
                  </a:cubicBezTo>
                  <a:cubicBezTo>
                    <a:pt x="2820" y="8176"/>
                    <a:pt x="2884" y="7764"/>
                    <a:pt x="2884" y="7384"/>
                  </a:cubicBezTo>
                  <a:cubicBezTo>
                    <a:pt x="2884" y="5863"/>
                    <a:pt x="3011" y="6021"/>
                    <a:pt x="1490" y="5990"/>
                  </a:cubicBezTo>
                  <a:cubicBezTo>
                    <a:pt x="1078" y="5990"/>
                    <a:pt x="634" y="6085"/>
                    <a:pt x="254" y="5800"/>
                  </a:cubicBezTo>
                  <a:cubicBezTo>
                    <a:pt x="0" y="4881"/>
                    <a:pt x="0" y="3930"/>
                    <a:pt x="317" y="3043"/>
                  </a:cubicBezTo>
                  <a:close/>
                </a:path>
              </a:pathLst>
            </a:custGeom>
            <a:solidFill>
              <a:srgbClr val="A166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30;p34">
              <a:extLst>
                <a:ext uri="{FF2B5EF4-FFF2-40B4-BE49-F238E27FC236}">
                  <a16:creationId xmlns:a16="http://schemas.microsoft.com/office/drawing/2014/main" id="{F8F0F1AD-9515-4ADD-A31F-93C965866E64}"/>
                </a:ext>
              </a:extLst>
            </p:cNvPr>
            <p:cNvSpPr/>
            <p:nvPr/>
          </p:nvSpPr>
          <p:spPr>
            <a:xfrm>
              <a:off x="4233683" y="1877899"/>
              <a:ext cx="109221" cy="164141"/>
            </a:xfrm>
            <a:custGeom>
              <a:avLst/>
              <a:gdLst/>
              <a:ahLst/>
              <a:cxnLst/>
              <a:rect l="l" t="t" r="r" b="b"/>
              <a:pathLst>
                <a:path w="5483" h="8240" extrusionOk="0">
                  <a:moveTo>
                    <a:pt x="5451" y="1"/>
                  </a:moveTo>
                  <a:lnTo>
                    <a:pt x="5483" y="2726"/>
                  </a:lnTo>
                  <a:lnTo>
                    <a:pt x="5419" y="2821"/>
                  </a:lnTo>
                  <a:cubicBezTo>
                    <a:pt x="4944" y="3074"/>
                    <a:pt x="4405" y="2948"/>
                    <a:pt x="3898" y="2979"/>
                  </a:cubicBezTo>
                  <a:cubicBezTo>
                    <a:pt x="3043" y="2979"/>
                    <a:pt x="3011" y="3011"/>
                    <a:pt x="3011" y="3867"/>
                  </a:cubicBezTo>
                  <a:lnTo>
                    <a:pt x="3011" y="7352"/>
                  </a:lnTo>
                  <a:cubicBezTo>
                    <a:pt x="3043" y="7606"/>
                    <a:pt x="2979" y="7891"/>
                    <a:pt x="2884" y="8144"/>
                  </a:cubicBezTo>
                  <a:lnTo>
                    <a:pt x="2821" y="8239"/>
                  </a:lnTo>
                  <a:lnTo>
                    <a:pt x="476" y="8239"/>
                  </a:lnTo>
                  <a:cubicBezTo>
                    <a:pt x="159" y="8239"/>
                    <a:pt x="1" y="8176"/>
                    <a:pt x="1" y="7796"/>
                  </a:cubicBezTo>
                  <a:cubicBezTo>
                    <a:pt x="1" y="5197"/>
                    <a:pt x="1" y="2631"/>
                    <a:pt x="33" y="32"/>
                  </a:cubicBezTo>
                  <a:lnTo>
                    <a:pt x="41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31;p34">
              <a:extLst>
                <a:ext uri="{FF2B5EF4-FFF2-40B4-BE49-F238E27FC236}">
                  <a16:creationId xmlns:a16="http://schemas.microsoft.com/office/drawing/2014/main" id="{970CEE4D-32F6-43F5-B271-351226C638A7}"/>
                </a:ext>
              </a:extLst>
            </p:cNvPr>
            <p:cNvSpPr/>
            <p:nvPr/>
          </p:nvSpPr>
          <p:spPr>
            <a:xfrm>
              <a:off x="4724153" y="1877899"/>
              <a:ext cx="109221" cy="163503"/>
            </a:xfrm>
            <a:custGeom>
              <a:avLst/>
              <a:gdLst/>
              <a:ahLst/>
              <a:cxnLst/>
              <a:rect l="l" t="t" r="r" b="b"/>
              <a:pathLst>
                <a:path w="5483" h="8208" extrusionOk="0">
                  <a:moveTo>
                    <a:pt x="0" y="2758"/>
                  </a:moveTo>
                  <a:cubicBezTo>
                    <a:pt x="0" y="1839"/>
                    <a:pt x="32" y="920"/>
                    <a:pt x="32" y="1"/>
                  </a:cubicBezTo>
                  <a:lnTo>
                    <a:pt x="4722" y="1"/>
                  </a:lnTo>
                  <a:cubicBezTo>
                    <a:pt x="4975" y="1"/>
                    <a:pt x="5197" y="1"/>
                    <a:pt x="5450" y="32"/>
                  </a:cubicBezTo>
                  <a:lnTo>
                    <a:pt x="5482" y="6370"/>
                  </a:lnTo>
                  <a:lnTo>
                    <a:pt x="5482" y="7669"/>
                  </a:lnTo>
                  <a:cubicBezTo>
                    <a:pt x="5482" y="8208"/>
                    <a:pt x="5482" y="8208"/>
                    <a:pt x="4975" y="8208"/>
                  </a:cubicBezTo>
                  <a:lnTo>
                    <a:pt x="2789" y="8208"/>
                  </a:lnTo>
                  <a:lnTo>
                    <a:pt x="2725" y="8113"/>
                  </a:lnTo>
                  <a:cubicBezTo>
                    <a:pt x="2598" y="7637"/>
                    <a:pt x="2535" y="7162"/>
                    <a:pt x="2598" y="6687"/>
                  </a:cubicBezTo>
                  <a:lnTo>
                    <a:pt x="2598" y="4310"/>
                  </a:lnTo>
                  <a:cubicBezTo>
                    <a:pt x="2598" y="2821"/>
                    <a:pt x="2662" y="2979"/>
                    <a:pt x="1236" y="2948"/>
                  </a:cubicBezTo>
                  <a:cubicBezTo>
                    <a:pt x="887" y="2979"/>
                    <a:pt x="507" y="2948"/>
                    <a:pt x="159" y="2884"/>
                  </a:cubicBezTo>
                  <a:cubicBezTo>
                    <a:pt x="95" y="2853"/>
                    <a:pt x="32" y="2821"/>
                    <a:pt x="0" y="27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32;p34">
              <a:extLst>
                <a:ext uri="{FF2B5EF4-FFF2-40B4-BE49-F238E27FC236}">
                  <a16:creationId xmlns:a16="http://schemas.microsoft.com/office/drawing/2014/main" id="{70D14AF8-081B-4C49-BE46-A7B6955BBB11}"/>
                </a:ext>
              </a:extLst>
            </p:cNvPr>
            <p:cNvSpPr/>
            <p:nvPr/>
          </p:nvSpPr>
          <p:spPr>
            <a:xfrm>
              <a:off x="4340374" y="1768697"/>
              <a:ext cx="58087" cy="55577"/>
            </a:xfrm>
            <a:custGeom>
              <a:avLst/>
              <a:gdLst/>
              <a:ahLst/>
              <a:cxnLst/>
              <a:rect l="l" t="t" r="r" b="b"/>
              <a:pathLst>
                <a:path w="2916" h="2790" extrusionOk="0">
                  <a:moveTo>
                    <a:pt x="2915" y="2789"/>
                  </a:moveTo>
                  <a:lnTo>
                    <a:pt x="127" y="2758"/>
                  </a:lnTo>
                  <a:cubicBezTo>
                    <a:pt x="127" y="2092"/>
                    <a:pt x="127" y="1427"/>
                    <a:pt x="95" y="730"/>
                  </a:cubicBezTo>
                  <a:cubicBezTo>
                    <a:pt x="127" y="508"/>
                    <a:pt x="95" y="254"/>
                    <a:pt x="0" y="32"/>
                  </a:cubicBezTo>
                  <a:cubicBezTo>
                    <a:pt x="824" y="32"/>
                    <a:pt x="1648" y="32"/>
                    <a:pt x="2472" y="1"/>
                  </a:cubicBezTo>
                  <a:cubicBezTo>
                    <a:pt x="2820" y="1"/>
                    <a:pt x="2915" y="159"/>
                    <a:pt x="2915" y="476"/>
                  </a:cubicBezTo>
                  <a:cubicBezTo>
                    <a:pt x="2884" y="1237"/>
                    <a:pt x="2915" y="2029"/>
                    <a:pt x="2915" y="2789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33;p34">
              <a:extLst>
                <a:ext uri="{FF2B5EF4-FFF2-40B4-BE49-F238E27FC236}">
                  <a16:creationId xmlns:a16="http://schemas.microsoft.com/office/drawing/2014/main" id="{FF96C6EC-1474-438F-9A46-F0D339632AC4}"/>
                </a:ext>
              </a:extLst>
            </p:cNvPr>
            <p:cNvSpPr/>
            <p:nvPr/>
          </p:nvSpPr>
          <p:spPr>
            <a:xfrm>
              <a:off x="4991778" y="1379879"/>
              <a:ext cx="61891" cy="62509"/>
            </a:xfrm>
            <a:custGeom>
              <a:avLst/>
              <a:gdLst/>
              <a:ahLst/>
              <a:cxnLst/>
              <a:rect l="l" t="t" r="r" b="b"/>
              <a:pathLst>
                <a:path w="3107" h="3138" extrusionOk="0">
                  <a:moveTo>
                    <a:pt x="3074" y="349"/>
                  </a:moveTo>
                  <a:lnTo>
                    <a:pt x="3074" y="2472"/>
                  </a:lnTo>
                  <a:cubicBezTo>
                    <a:pt x="3074" y="3074"/>
                    <a:pt x="3074" y="3074"/>
                    <a:pt x="2472" y="3106"/>
                  </a:cubicBezTo>
                  <a:cubicBezTo>
                    <a:pt x="1743" y="3074"/>
                    <a:pt x="1015" y="3074"/>
                    <a:pt x="286" y="3137"/>
                  </a:cubicBezTo>
                  <a:cubicBezTo>
                    <a:pt x="254" y="3106"/>
                    <a:pt x="222" y="3074"/>
                    <a:pt x="191" y="3042"/>
                  </a:cubicBezTo>
                  <a:cubicBezTo>
                    <a:pt x="1" y="2155"/>
                    <a:pt x="32" y="1204"/>
                    <a:pt x="254" y="317"/>
                  </a:cubicBezTo>
                  <a:cubicBezTo>
                    <a:pt x="1110" y="0"/>
                    <a:pt x="1997" y="159"/>
                    <a:pt x="2884" y="222"/>
                  </a:cubicBezTo>
                  <a:cubicBezTo>
                    <a:pt x="2948" y="254"/>
                    <a:pt x="3043" y="285"/>
                    <a:pt x="3106" y="3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34;p34">
              <a:extLst>
                <a:ext uri="{FF2B5EF4-FFF2-40B4-BE49-F238E27FC236}">
                  <a16:creationId xmlns:a16="http://schemas.microsoft.com/office/drawing/2014/main" id="{9F687CCC-7E29-42A3-9993-21083A992B39}"/>
                </a:ext>
              </a:extLst>
            </p:cNvPr>
            <p:cNvSpPr/>
            <p:nvPr/>
          </p:nvSpPr>
          <p:spPr>
            <a:xfrm>
              <a:off x="4671126" y="1768697"/>
              <a:ext cx="55557" cy="56194"/>
            </a:xfrm>
            <a:custGeom>
              <a:avLst/>
              <a:gdLst/>
              <a:ahLst/>
              <a:cxnLst/>
              <a:rect l="l" t="t" r="r" b="b"/>
              <a:pathLst>
                <a:path w="2789" h="2821" extrusionOk="0">
                  <a:moveTo>
                    <a:pt x="2662" y="2789"/>
                  </a:moveTo>
                  <a:lnTo>
                    <a:pt x="0" y="2821"/>
                  </a:lnTo>
                  <a:lnTo>
                    <a:pt x="0" y="476"/>
                  </a:lnTo>
                  <a:cubicBezTo>
                    <a:pt x="0" y="127"/>
                    <a:pt x="127" y="1"/>
                    <a:pt x="476" y="1"/>
                  </a:cubicBezTo>
                  <a:cubicBezTo>
                    <a:pt x="1268" y="32"/>
                    <a:pt x="2028" y="32"/>
                    <a:pt x="2789" y="32"/>
                  </a:cubicBezTo>
                  <a:cubicBezTo>
                    <a:pt x="2694" y="286"/>
                    <a:pt x="2662" y="603"/>
                    <a:pt x="2694" y="888"/>
                  </a:cubicBezTo>
                  <a:cubicBezTo>
                    <a:pt x="2662" y="1490"/>
                    <a:pt x="2662" y="2124"/>
                    <a:pt x="2662" y="2789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35;p34">
              <a:extLst>
                <a:ext uri="{FF2B5EF4-FFF2-40B4-BE49-F238E27FC236}">
                  <a16:creationId xmlns:a16="http://schemas.microsoft.com/office/drawing/2014/main" id="{EC6BFEC5-E9A8-4EC8-A6E6-AE8205531BCD}"/>
                </a:ext>
              </a:extLst>
            </p:cNvPr>
            <p:cNvSpPr/>
            <p:nvPr/>
          </p:nvSpPr>
          <p:spPr>
            <a:xfrm>
              <a:off x="4069582" y="1434798"/>
              <a:ext cx="55557" cy="61234"/>
            </a:xfrm>
            <a:custGeom>
              <a:avLst/>
              <a:gdLst/>
              <a:ahLst/>
              <a:cxnLst/>
              <a:rect l="l" t="t" r="r" b="b"/>
              <a:pathLst>
                <a:path w="2789" h="3074" extrusionOk="0">
                  <a:moveTo>
                    <a:pt x="2789" y="412"/>
                  </a:moveTo>
                  <a:lnTo>
                    <a:pt x="2789" y="3074"/>
                  </a:lnTo>
                  <a:lnTo>
                    <a:pt x="412" y="3074"/>
                  </a:lnTo>
                  <a:cubicBezTo>
                    <a:pt x="127" y="3074"/>
                    <a:pt x="0" y="2979"/>
                    <a:pt x="0" y="2662"/>
                  </a:cubicBezTo>
                  <a:lnTo>
                    <a:pt x="0" y="349"/>
                  </a:lnTo>
                  <a:lnTo>
                    <a:pt x="95" y="285"/>
                  </a:lnTo>
                  <a:cubicBezTo>
                    <a:pt x="982" y="158"/>
                    <a:pt x="1901" y="0"/>
                    <a:pt x="2789" y="4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36;p34">
              <a:extLst>
                <a:ext uri="{FF2B5EF4-FFF2-40B4-BE49-F238E27FC236}">
                  <a16:creationId xmlns:a16="http://schemas.microsoft.com/office/drawing/2014/main" id="{324A52EF-9C03-42F5-9A5A-4C34C90509A4}"/>
                </a:ext>
              </a:extLst>
            </p:cNvPr>
            <p:cNvSpPr/>
            <p:nvPr/>
          </p:nvSpPr>
          <p:spPr>
            <a:xfrm>
              <a:off x="4015917" y="1380496"/>
              <a:ext cx="59979" cy="61891"/>
            </a:xfrm>
            <a:custGeom>
              <a:avLst/>
              <a:gdLst/>
              <a:ahLst/>
              <a:cxnLst/>
              <a:rect l="l" t="t" r="r" b="b"/>
              <a:pathLst>
                <a:path w="3011" h="3107" extrusionOk="0">
                  <a:moveTo>
                    <a:pt x="2694" y="3106"/>
                  </a:moveTo>
                  <a:cubicBezTo>
                    <a:pt x="2029" y="3043"/>
                    <a:pt x="1332" y="3043"/>
                    <a:pt x="666" y="3075"/>
                  </a:cubicBezTo>
                  <a:cubicBezTo>
                    <a:pt x="1" y="3075"/>
                    <a:pt x="1" y="3075"/>
                    <a:pt x="1" y="2377"/>
                  </a:cubicBezTo>
                  <a:cubicBezTo>
                    <a:pt x="1" y="1680"/>
                    <a:pt x="1" y="1015"/>
                    <a:pt x="32" y="318"/>
                  </a:cubicBezTo>
                  <a:lnTo>
                    <a:pt x="32" y="318"/>
                  </a:lnTo>
                  <a:cubicBezTo>
                    <a:pt x="888" y="1"/>
                    <a:pt x="1839" y="1"/>
                    <a:pt x="2726" y="286"/>
                  </a:cubicBezTo>
                  <a:cubicBezTo>
                    <a:pt x="3011" y="1205"/>
                    <a:pt x="3011" y="2187"/>
                    <a:pt x="2694" y="3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637;p34">
              <a:extLst>
                <a:ext uri="{FF2B5EF4-FFF2-40B4-BE49-F238E27FC236}">
                  <a16:creationId xmlns:a16="http://schemas.microsoft.com/office/drawing/2014/main" id="{B7C0E4F4-C1CD-4440-8092-EECB7A89E8B5}"/>
                </a:ext>
              </a:extLst>
            </p:cNvPr>
            <p:cNvSpPr/>
            <p:nvPr/>
          </p:nvSpPr>
          <p:spPr>
            <a:xfrm>
              <a:off x="4942536" y="1435416"/>
              <a:ext cx="54939" cy="61254"/>
            </a:xfrm>
            <a:custGeom>
              <a:avLst/>
              <a:gdLst/>
              <a:ahLst/>
              <a:cxnLst/>
              <a:rect l="l" t="t" r="r" b="b"/>
              <a:pathLst>
                <a:path w="2758" h="3075" extrusionOk="0">
                  <a:moveTo>
                    <a:pt x="1" y="3043"/>
                  </a:moveTo>
                  <a:lnTo>
                    <a:pt x="1" y="381"/>
                  </a:lnTo>
                  <a:cubicBezTo>
                    <a:pt x="888" y="32"/>
                    <a:pt x="1871" y="1"/>
                    <a:pt x="2758" y="349"/>
                  </a:cubicBezTo>
                  <a:lnTo>
                    <a:pt x="2758" y="349"/>
                  </a:lnTo>
                  <a:lnTo>
                    <a:pt x="2758" y="2662"/>
                  </a:lnTo>
                  <a:cubicBezTo>
                    <a:pt x="2758" y="2948"/>
                    <a:pt x="2663" y="3074"/>
                    <a:pt x="2378" y="3074"/>
                  </a:cubicBezTo>
                  <a:cubicBezTo>
                    <a:pt x="1585" y="3043"/>
                    <a:pt x="793" y="3043"/>
                    <a:pt x="1" y="30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638;p34">
              <a:extLst>
                <a:ext uri="{FF2B5EF4-FFF2-40B4-BE49-F238E27FC236}">
                  <a16:creationId xmlns:a16="http://schemas.microsoft.com/office/drawing/2014/main" id="{3C9044BD-A050-41E6-A436-FBD1D1025863}"/>
                </a:ext>
              </a:extLst>
            </p:cNvPr>
            <p:cNvSpPr/>
            <p:nvPr/>
          </p:nvSpPr>
          <p:spPr>
            <a:xfrm>
              <a:off x="4398441" y="1824254"/>
              <a:ext cx="273342" cy="108584"/>
            </a:xfrm>
            <a:custGeom>
              <a:avLst/>
              <a:gdLst/>
              <a:ahLst/>
              <a:cxnLst/>
              <a:rect l="l" t="t" r="r" b="b"/>
              <a:pathLst>
                <a:path w="13722" h="5451" extrusionOk="0">
                  <a:moveTo>
                    <a:pt x="13721" y="0"/>
                  </a:moveTo>
                  <a:lnTo>
                    <a:pt x="13721" y="2060"/>
                  </a:lnTo>
                  <a:cubicBezTo>
                    <a:pt x="13721" y="2662"/>
                    <a:pt x="13721" y="2662"/>
                    <a:pt x="13056" y="2662"/>
                  </a:cubicBezTo>
                  <a:lnTo>
                    <a:pt x="11408" y="2662"/>
                  </a:lnTo>
                  <a:cubicBezTo>
                    <a:pt x="10933" y="2662"/>
                    <a:pt x="10933" y="2694"/>
                    <a:pt x="10933" y="3169"/>
                  </a:cubicBezTo>
                  <a:lnTo>
                    <a:pt x="10933" y="4880"/>
                  </a:lnTo>
                  <a:cubicBezTo>
                    <a:pt x="10933" y="5451"/>
                    <a:pt x="10933" y="5419"/>
                    <a:pt x="10426" y="5419"/>
                  </a:cubicBezTo>
                  <a:lnTo>
                    <a:pt x="3169" y="5419"/>
                  </a:lnTo>
                  <a:cubicBezTo>
                    <a:pt x="2694" y="5419"/>
                    <a:pt x="2694" y="5419"/>
                    <a:pt x="2694" y="4944"/>
                  </a:cubicBezTo>
                  <a:lnTo>
                    <a:pt x="2694" y="3137"/>
                  </a:lnTo>
                  <a:cubicBezTo>
                    <a:pt x="2694" y="2694"/>
                    <a:pt x="2662" y="2662"/>
                    <a:pt x="2187" y="2662"/>
                  </a:cubicBezTo>
                  <a:cubicBezTo>
                    <a:pt x="1711" y="2662"/>
                    <a:pt x="1173" y="2662"/>
                    <a:pt x="666" y="2662"/>
                  </a:cubicBezTo>
                  <a:cubicBezTo>
                    <a:pt x="32" y="2662"/>
                    <a:pt x="0" y="2662"/>
                    <a:pt x="0" y="206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639;p34">
              <a:extLst>
                <a:ext uri="{FF2B5EF4-FFF2-40B4-BE49-F238E27FC236}">
                  <a16:creationId xmlns:a16="http://schemas.microsoft.com/office/drawing/2014/main" id="{191F0FC3-C24D-456B-84EE-F3ABDFE73601}"/>
                </a:ext>
              </a:extLst>
            </p:cNvPr>
            <p:cNvSpPr/>
            <p:nvPr/>
          </p:nvSpPr>
          <p:spPr>
            <a:xfrm>
              <a:off x="4396549" y="1603959"/>
              <a:ext cx="275235" cy="56194"/>
            </a:xfrm>
            <a:custGeom>
              <a:avLst/>
              <a:gdLst/>
              <a:ahLst/>
              <a:cxnLst/>
              <a:rect l="l" t="t" r="r" b="b"/>
              <a:pathLst>
                <a:path w="13817" h="2821" extrusionOk="0">
                  <a:moveTo>
                    <a:pt x="13816" y="0"/>
                  </a:moveTo>
                  <a:lnTo>
                    <a:pt x="13816" y="2187"/>
                  </a:lnTo>
                  <a:cubicBezTo>
                    <a:pt x="13816" y="2820"/>
                    <a:pt x="13816" y="2820"/>
                    <a:pt x="13214" y="2820"/>
                  </a:cubicBezTo>
                  <a:lnTo>
                    <a:pt x="761" y="2820"/>
                  </a:lnTo>
                  <a:lnTo>
                    <a:pt x="380" y="2820"/>
                  </a:lnTo>
                  <a:cubicBezTo>
                    <a:pt x="127" y="2820"/>
                    <a:pt x="64" y="2725"/>
                    <a:pt x="64" y="2504"/>
                  </a:cubicBezTo>
                  <a:cubicBezTo>
                    <a:pt x="95" y="1680"/>
                    <a:pt x="0" y="824"/>
                    <a:pt x="95" y="0"/>
                  </a:cubicBezTo>
                  <a:lnTo>
                    <a:pt x="95" y="0"/>
                  </a:lnTo>
                  <a:cubicBezTo>
                    <a:pt x="285" y="0"/>
                    <a:pt x="444" y="32"/>
                    <a:pt x="634" y="32"/>
                  </a:cubicBezTo>
                  <a:lnTo>
                    <a:pt x="13277" y="32"/>
                  </a:lnTo>
                  <a:cubicBezTo>
                    <a:pt x="13436" y="32"/>
                    <a:pt x="13626" y="0"/>
                    <a:pt x="13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640;p34">
              <a:extLst>
                <a:ext uri="{FF2B5EF4-FFF2-40B4-BE49-F238E27FC236}">
                  <a16:creationId xmlns:a16="http://schemas.microsoft.com/office/drawing/2014/main" id="{8CD210CD-59DE-40F4-9700-EA4DABFF2F71}"/>
                </a:ext>
              </a:extLst>
            </p:cNvPr>
            <p:cNvSpPr/>
            <p:nvPr/>
          </p:nvSpPr>
          <p:spPr>
            <a:xfrm>
              <a:off x="4669234" y="1222073"/>
              <a:ext cx="110476" cy="165396"/>
            </a:xfrm>
            <a:custGeom>
              <a:avLst/>
              <a:gdLst/>
              <a:ahLst/>
              <a:cxnLst/>
              <a:rect l="l" t="t" r="r" b="b"/>
              <a:pathLst>
                <a:path w="5546" h="8303" extrusionOk="0">
                  <a:moveTo>
                    <a:pt x="5546" y="0"/>
                  </a:moveTo>
                  <a:lnTo>
                    <a:pt x="5546" y="7827"/>
                  </a:lnTo>
                  <a:cubicBezTo>
                    <a:pt x="5546" y="8176"/>
                    <a:pt x="5451" y="8302"/>
                    <a:pt x="5102" y="8302"/>
                  </a:cubicBezTo>
                  <a:lnTo>
                    <a:pt x="444" y="8302"/>
                  </a:lnTo>
                  <a:cubicBezTo>
                    <a:pt x="222" y="8302"/>
                    <a:pt x="64" y="8302"/>
                    <a:pt x="64" y="8017"/>
                  </a:cubicBezTo>
                  <a:cubicBezTo>
                    <a:pt x="95" y="6274"/>
                    <a:pt x="0" y="4563"/>
                    <a:pt x="95" y="2820"/>
                  </a:cubicBezTo>
                  <a:cubicBezTo>
                    <a:pt x="381" y="2630"/>
                    <a:pt x="697" y="2567"/>
                    <a:pt x="1046" y="2630"/>
                  </a:cubicBezTo>
                  <a:cubicBezTo>
                    <a:pt x="2725" y="2599"/>
                    <a:pt x="2504" y="2789"/>
                    <a:pt x="2535" y="1078"/>
                  </a:cubicBezTo>
                  <a:cubicBezTo>
                    <a:pt x="2535" y="761"/>
                    <a:pt x="2472" y="412"/>
                    <a:pt x="2725" y="159"/>
                  </a:cubicBezTo>
                  <a:cubicBezTo>
                    <a:pt x="3074" y="64"/>
                    <a:pt x="3423" y="32"/>
                    <a:pt x="3771" y="64"/>
                  </a:cubicBezTo>
                  <a:cubicBezTo>
                    <a:pt x="4341" y="95"/>
                    <a:pt x="4944" y="64"/>
                    <a:pt x="5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641;p34">
              <a:extLst>
                <a:ext uri="{FF2B5EF4-FFF2-40B4-BE49-F238E27FC236}">
                  <a16:creationId xmlns:a16="http://schemas.microsoft.com/office/drawing/2014/main" id="{44A94F71-C848-4FF9-AFED-2685E5CDFFF1}"/>
                </a:ext>
              </a:extLst>
            </p:cNvPr>
            <p:cNvSpPr/>
            <p:nvPr/>
          </p:nvSpPr>
          <p:spPr>
            <a:xfrm>
              <a:off x="4287347" y="1223327"/>
              <a:ext cx="110476" cy="164778"/>
            </a:xfrm>
            <a:custGeom>
              <a:avLst/>
              <a:gdLst/>
              <a:ahLst/>
              <a:cxnLst/>
              <a:rect l="l" t="t" r="r" b="b"/>
              <a:pathLst>
                <a:path w="5546" h="8272" extrusionOk="0">
                  <a:moveTo>
                    <a:pt x="2789" y="1"/>
                  </a:moveTo>
                  <a:lnTo>
                    <a:pt x="5039" y="1"/>
                  </a:lnTo>
                  <a:cubicBezTo>
                    <a:pt x="5546" y="1"/>
                    <a:pt x="5546" y="1"/>
                    <a:pt x="5546" y="539"/>
                  </a:cubicBezTo>
                  <a:lnTo>
                    <a:pt x="5546" y="7796"/>
                  </a:lnTo>
                  <a:cubicBezTo>
                    <a:pt x="5546" y="8113"/>
                    <a:pt x="5482" y="8271"/>
                    <a:pt x="5102" y="8239"/>
                  </a:cubicBezTo>
                  <a:lnTo>
                    <a:pt x="476" y="8239"/>
                  </a:lnTo>
                  <a:cubicBezTo>
                    <a:pt x="254" y="8239"/>
                    <a:pt x="64" y="8239"/>
                    <a:pt x="64" y="7954"/>
                  </a:cubicBezTo>
                  <a:cubicBezTo>
                    <a:pt x="95" y="6211"/>
                    <a:pt x="0" y="4500"/>
                    <a:pt x="95" y="2789"/>
                  </a:cubicBezTo>
                  <a:cubicBezTo>
                    <a:pt x="444" y="2504"/>
                    <a:pt x="824" y="2567"/>
                    <a:pt x="1173" y="2567"/>
                  </a:cubicBezTo>
                  <a:cubicBezTo>
                    <a:pt x="2694" y="2567"/>
                    <a:pt x="2535" y="2694"/>
                    <a:pt x="2567" y="1173"/>
                  </a:cubicBezTo>
                  <a:cubicBezTo>
                    <a:pt x="2567" y="761"/>
                    <a:pt x="2472" y="349"/>
                    <a:pt x="2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642;p34">
              <a:extLst>
                <a:ext uri="{FF2B5EF4-FFF2-40B4-BE49-F238E27FC236}">
                  <a16:creationId xmlns:a16="http://schemas.microsoft.com/office/drawing/2014/main" id="{FB755A83-8AE8-4B57-8504-14F316225785}"/>
                </a:ext>
              </a:extLst>
            </p:cNvPr>
            <p:cNvSpPr/>
            <p:nvPr/>
          </p:nvSpPr>
          <p:spPr>
            <a:xfrm>
              <a:off x="4889529" y="1221435"/>
              <a:ext cx="166033" cy="221570"/>
            </a:xfrm>
            <a:custGeom>
              <a:avLst/>
              <a:gdLst/>
              <a:ahLst/>
              <a:cxnLst/>
              <a:rect l="l" t="t" r="r" b="b"/>
              <a:pathLst>
                <a:path w="8335" h="11123" extrusionOk="0">
                  <a:moveTo>
                    <a:pt x="5419" y="11091"/>
                  </a:moveTo>
                  <a:cubicBezTo>
                    <a:pt x="4500" y="11028"/>
                    <a:pt x="3549" y="11060"/>
                    <a:pt x="2630" y="11123"/>
                  </a:cubicBezTo>
                  <a:lnTo>
                    <a:pt x="2630" y="6275"/>
                  </a:lnTo>
                  <a:cubicBezTo>
                    <a:pt x="2630" y="5673"/>
                    <a:pt x="2630" y="5673"/>
                    <a:pt x="2028" y="5641"/>
                  </a:cubicBezTo>
                  <a:lnTo>
                    <a:pt x="444" y="5641"/>
                  </a:lnTo>
                  <a:cubicBezTo>
                    <a:pt x="285" y="5641"/>
                    <a:pt x="127" y="5704"/>
                    <a:pt x="0" y="5546"/>
                  </a:cubicBezTo>
                  <a:lnTo>
                    <a:pt x="2123" y="5546"/>
                  </a:lnTo>
                  <a:cubicBezTo>
                    <a:pt x="2662" y="5546"/>
                    <a:pt x="2662" y="5546"/>
                    <a:pt x="2662" y="4976"/>
                  </a:cubicBezTo>
                  <a:lnTo>
                    <a:pt x="2662" y="1015"/>
                  </a:lnTo>
                  <a:lnTo>
                    <a:pt x="2662" y="603"/>
                  </a:lnTo>
                  <a:cubicBezTo>
                    <a:pt x="2662" y="96"/>
                    <a:pt x="2662" y="96"/>
                    <a:pt x="3169" y="64"/>
                  </a:cubicBezTo>
                  <a:lnTo>
                    <a:pt x="4246" y="64"/>
                  </a:lnTo>
                  <a:lnTo>
                    <a:pt x="7415" y="64"/>
                  </a:lnTo>
                  <a:cubicBezTo>
                    <a:pt x="8334" y="64"/>
                    <a:pt x="8239" y="1"/>
                    <a:pt x="8239" y="856"/>
                  </a:cubicBezTo>
                  <a:lnTo>
                    <a:pt x="8239" y="8303"/>
                  </a:lnTo>
                  <a:lnTo>
                    <a:pt x="8081" y="8303"/>
                  </a:lnTo>
                  <a:cubicBezTo>
                    <a:pt x="7859" y="8018"/>
                    <a:pt x="7795" y="7637"/>
                    <a:pt x="7859" y="7289"/>
                  </a:cubicBezTo>
                  <a:lnTo>
                    <a:pt x="7859" y="1300"/>
                  </a:lnTo>
                  <a:cubicBezTo>
                    <a:pt x="7859" y="444"/>
                    <a:pt x="7795" y="413"/>
                    <a:pt x="6972" y="413"/>
                  </a:cubicBezTo>
                  <a:lnTo>
                    <a:pt x="3771" y="413"/>
                  </a:lnTo>
                  <a:cubicBezTo>
                    <a:pt x="3011" y="413"/>
                    <a:pt x="2979" y="444"/>
                    <a:pt x="2979" y="1205"/>
                  </a:cubicBezTo>
                  <a:cubicBezTo>
                    <a:pt x="2979" y="2821"/>
                    <a:pt x="2916" y="2631"/>
                    <a:pt x="4405" y="2662"/>
                  </a:cubicBezTo>
                  <a:cubicBezTo>
                    <a:pt x="5514" y="2662"/>
                    <a:pt x="5641" y="2789"/>
                    <a:pt x="5641" y="3835"/>
                  </a:cubicBezTo>
                  <a:lnTo>
                    <a:pt x="5641" y="7415"/>
                  </a:lnTo>
                  <a:cubicBezTo>
                    <a:pt x="5672" y="7732"/>
                    <a:pt x="5609" y="8049"/>
                    <a:pt x="5451" y="8334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43;p34">
              <a:extLst>
                <a:ext uri="{FF2B5EF4-FFF2-40B4-BE49-F238E27FC236}">
                  <a16:creationId xmlns:a16="http://schemas.microsoft.com/office/drawing/2014/main" id="{0BEE9BFD-728F-4E1F-AEF7-AD8F245F69DD}"/>
                </a:ext>
              </a:extLst>
            </p:cNvPr>
            <p:cNvSpPr/>
            <p:nvPr/>
          </p:nvSpPr>
          <p:spPr>
            <a:xfrm>
              <a:off x="4017192" y="1222690"/>
              <a:ext cx="162866" cy="220315"/>
            </a:xfrm>
            <a:custGeom>
              <a:avLst/>
              <a:gdLst/>
              <a:ahLst/>
              <a:cxnLst/>
              <a:rect l="l" t="t" r="r" b="b"/>
              <a:pathLst>
                <a:path w="8176" h="11060" extrusionOk="0">
                  <a:moveTo>
                    <a:pt x="2630" y="11028"/>
                  </a:moveTo>
                  <a:cubicBezTo>
                    <a:pt x="2630" y="10109"/>
                    <a:pt x="2662" y="9190"/>
                    <a:pt x="2598" y="8271"/>
                  </a:cubicBezTo>
                  <a:cubicBezTo>
                    <a:pt x="2472" y="8050"/>
                    <a:pt x="2408" y="7764"/>
                    <a:pt x="2408" y="7511"/>
                  </a:cubicBezTo>
                  <a:lnTo>
                    <a:pt x="2408" y="3582"/>
                  </a:lnTo>
                  <a:cubicBezTo>
                    <a:pt x="2408" y="2758"/>
                    <a:pt x="2598" y="2631"/>
                    <a:pt x="3391" y="2568"/>
                  </a:cubicBezTo>
                  <a:lnTo>
                    <a:pt x="3739" y="2568"/>
                  </a:lnTo>
                  <a:cubicBezTo>
                    <a:pt x="4151" y="2536"/>
                    <a:pt x="4721" y="2789"/>
                    <a:pt x="4943" y="2346"/>
                  </a:cubicBezTo>
                  <a:cubicBezTo>
                    <a:pt x="5197" y="1902"/>
                    <a:pt x="5102" y="1205"/>
                    <a:pt x="5038" y="635"/>
                  </a:cubicBezTo>
                  <a:cubicBezTo>
                    <a:pt x="4975" y="286"/>
                    <a:pt x="4626" y="350"/>
                    <a:pt x="4373" y="350"/>
                  </a:cubicBezTo>
                  <a:lnTo>
                    <a:pt x="919" y="350"/>
                  </a:lnTo>
                  <a:cubicBezTo>
                    <a:pt x="602" y="350"/>
                    <a:pt x="254" y="381"/>
                    <a:pt x="0" y="96"/>
                  </a:cubicBezTo>
                  <a:cubicBezTo>
                    <a:pt x="63" y="1"/>
                    <a:pt x="190" y="33"/>
                    <a:pt x="285" y="33"/>
                  </a:cubicBezTo>
                  <a:lnTo>
                    <a:pt x="4943" y="33"/>
                  </a:lnTo>
                  <a:cubicBezTo>
                    <a:pt x="5419" y="33"/>
                    <a:pt x="5419" y="33"/>
                    <a:pt x="5419" y="508"/>
                  </a:cubicBezTo>
                  <a:cubicBezTo>
                    <a:pt x="5419" y="1966"/>
                    <a:pt x="5419" y="3423"/>
                    <a:pt x="5419" y="4913"/>
                  </a:cubicBezTo>
                  <a:cubicBezTo>
                    <a:pt x="5419" y="5483"/>
                    <a:pt x="5419" y="5515"/>
                    <a:pt x="5989" y="5483"/>
                  </a:cubicBezTo>
                  <a:cubicBezTo>
                    <a:pt x="6718" y="5515"/>
                    <a:pt x="7447" y="5515"/>
                    <a:pt x="8175" y="5420"/>
                  </a:cubicBezTo>
                  <a:cubicBezTo>
                    <a:pt x="8112" y="5641"/>
                    <a:pt x="7922" y="5610"/>
                    <a:pt x="7763" y="5610"/>
                  </a:cubicBezTo>
                  <a:lnTo>
                    <a:pt x="6179" y="5610"/>
                  </a:lnTo>
                  <a:cubicBezTo>
                    <a:pt x="5355" y="5610"/>
                    <a:pt x="5419" y="5546"/>
                    <a:pt x="5419" y="6402"/>
                  </a:cubicBezTo>
                  <a:lnTo>
                    <a:pt x="5419" y="11060"/>
                  </a:lnTo>
                  <a:cubicBezTo>
                    <a:pt x="4500" y="10997"/>
                    <a:pt x="3549" y="10965"/>
                    <a:pt x="2630" y="11028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44;p34">
              <a:extLst>
                <a:ext uri="{FF2B5EF4-FFF2-40B4-BE49-F238E27FC236}">
                  <a16:creationId xmlns:a16="http://schemas.microsoft.com/office/drawing/2014/main" id="{94313A98-2E15-4EF5-B6F0-04A5F69DFBDE}"/>
                </a:ext>
              </a:extLst>
            </p:cNvPr>
            <p:cNvSpPr/>
            <p:nvPr/>
          </p:nvSpPr>
          <p:spPr>
            <a:xfrm>
              <a:off x="4287965" y="1113509"/>
              <a:ext cx="110496" cy="56194"/>
            </a:xfrm>
            <a:custGeom>
              <a:avLst/>
              <a:gdLst/>
              <a:ahLst/>
              <a:cxnLst/>
              <a:rect l="l" t="t" r="r" b="b"/>
              <a:pathLst>
                <a:path w="5547" h="2821" extrusionOk="0">
                  <a:moveTo>
                    <a:pt x="5515" y="32"/>
                  </a:moveTo>
                  <a:lnTo>
                    <a:pt x="5515" y="2250"/>
                  </a:lnTo>
                  <a:cubicBezTo>
                    <a:pt x="5515" y="2789"/>
                    <a:pt x="5515" y="2820"/>
                    <a:pt x="4976" y="2820"/>
                  </a:cubicBezTo>
                  <a:lnTo>
                    <a:pt x="96" y="2820"/>
                  </a:lnTo>
                  <a:lnTo>
                    <a:pt x="96" y="2820"/>
                  </a:lnTo>
                  <a:cubicBezTo>
                    <a:pt x="1" y="2028"/>
                    <a:pt x="96" y="1236"/>
                    <a:pt x="33" y="444"/>
                  </a:cubicBezTo>
                  <a:cubicBezTo>
                    <a:pt x="33" y="63"/>
                    <a:pt x="191" y="0"/>
                    <a:pt x="508" y="0"/>
                  </a:cubicBezTo>
                  <a:lnTo>
                    <a:pt x="4881" y="0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45;p34">
              <a:extLst>
                <a:ext uri="{FF2B5EF4-FFF2-40B4-BE49-F238E27FC236}">
                  <a16:creationId xmlns:a16="http://schemas.microsoft.com/office/drawing/2014/main" id="{DD43D8DC-5622-4ACD-BF0C-EA7C3B10958B}"/>
                </a:ext>
              </a:extLst>
            </p:cNvPr>
            <p:cNvSpPr/>
            <p:nvPr/>
          </p:nvSpPr>
          <p:spPr>
            <a:xfrm>
              <a:off x="4669851" y="1114126"/>
              <a:ext cx="109859" cy="54939"/>
            </a:xfrm>
            <a:custGeom>
              <a:avLst/>
              <a:gdLst/>
              <a:ahLst/>
              <a:cxnLst/>
              <a:rect l="l" t="t" r="r" b="b"/>
              <a:pathLst>
                <a:path w="5515" h="2758" extrusionOk="0">
                  <a:moveTo>
                    <a:pt x="64" y="32"/>
                  </a:moveTo>
                  <a:lnTo>
                    <a:pt x="2758" y="1"/>
                  </a:lnTo>
                  <a:cubicBezTo>
                    <a:pt x="3550" y="1"/>
                    <a:pt x="4310" y="32"/>
                    <a:pt x="5071" y="1"/>
                  </a:cubicBezTo>
                  <a:cubicBezTo>
                    <a:pt x="5451" y="1"/>
                    <a:pt x="5515" y="127"/>
                    <a:pt x="5515" y="444"/>
                  </a:cubicBezTo>
                  <a:lnTo>
                    <a:pt x="5515" y="2758"/>
                  </a:lnTo>
                  <a:lnTo>
                    <a:pt x="5515" y="2758"/>
                  </a:lnTo>
                  <a:lnTo>
                    <a:pt x="413" y="2758"/>
                  </a:lnTo>
                  <a:cubicBezTo>
                    <a:pt x="128" y="2758"/>
                    <a:pt x="1" y="2694"/>
                    <a:pt x="1" y="2377"/>
                  </a:cubicBezTo>
                  <a:cubicBezTo>
                    <a:pt x="96" y="1617"/>
                    <a:pt x="64" y="825"/>
                    <a:pt x="64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46;p34">
              <a:extLst>
                <a:ext uri="{FF2B5EF4-FFF2-40B4-BE49-F238E27FC236}">
                  <a16:creationId xmlns:a16="http://schemas.microsoft.com/office/drawing/2014/main" id="{1DCAFF42-D2BC-4142-ABE3-6E9D7A8C61C8}"/>
                </a:ext>
              </a:extLst>
            </p:cNvPr>
            <p:cNvSpPr/>
            <p:nvPr/>
          </p:nvSpPr>
          <p:spPr>
            <a:xfrm>
              <a:off x="4233683" y="1169045"/>
              <a:ext cx="56832" cy="55577"/>
            </a:xfrm>
            <a:custGeom>
              <a:avLst/>
              <a:gdLst/>
              <a:ahLst/>
              <a:cxnLst/>
              <a:rect l="l" t="t" r="r" b="b"/>
              <a:pathLst>
                <a:path w="2853" h="2790" extrusionOk="0">
                  <a:moveTo>
                    <a:pt x="2789" y="2662"/>
                  </a:moveTo>
                  <a:cubicBezTo>
                    <a:pt x="1965" y="2789"/>
                    <a:pt x="1142" y="2694"/>
                    <a:pt x="286" y="2726"/>
                  </a:cubicBezTo>
                  <a:cubicBezTo>
                    <a:pt x="33" y="2726"/>
                    <a:pt x="1" y="2599"/>
                    <a:pt x="1" y="2377"/>
                  </a:cubicBezTo>
                  <a:lnTo>
                    <a:pt x="1" y="412"/>
                  </a:lnTo>
                  <a:cubicBezTo>
                    <a:pt x="1" y="127"/>
                    <a:pt x="96" y="1"/>
                    <a:pt x="413" y="1"/>
                  </a:cubicBezTo>
                  <a:cubicBezTo>
                    <a:pt x="1205" y="32"/>
                    <a:pt x="2029" y="1"/>
                    <a:pt x="2853" y="32"/>
                  </a:cubicBezTo>
                  <a:lnTo>
                    <a:pt x="2853" y="32"/>
                  </a:lnTo>
                  <a:cubicBezTo>
                    <a:pt x="2789" y="919"/>
                    <a:pt x="2821" y="1807"/>
                    <a:pt x="2853" y="26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47;p34">
              <a:extLst>
                <a:ext uri="{FF2B5EF4-FFF2-40B4-BE49-F238E27FC236}">
                  <a16:creationId xmlns:a16="http://schemas.microsoft.com/office/drawing/2014/main" id="{4E503261-A133-4BE9-AE60-1A824BC6CCCC}"/>
                </a:ext>
              </a:extLst>
            </p:cNvPr>
            <p:cNvSpPr/>
            <p:nvPr/>
          </p:nvSpPr>
          <p:spPr>
            <a:xfrm>
              <a:off x="4450831" y="1440475"/>
              <a:ext cx="56194" cy="55557"/>
            </a:xfrm>
            <a:custGeom>
              <a:avLst/>
              <a:gdLst/>
              <a:ahLst/>
              <a:cxnLst/>
              <a:rect l="l" t="t" r="r" b="b"/>
              <a:pathLst>
                <a:path w="2821" h="2789" extrusionOk="0">
                  <a:moveTo>
                    <a:pt x="2821" y="95"/>
                  </a:moveTo>
                  <a:lnTo>
                    <a:pt x="2821" y="2345"/>
                  </a:lnTo>
                  <a:cubicBezTo>
                    <a:pt x="2821" y="2662"/>
                    <a:pt x="2694" y="2789"/>
                    <a:pt x="2377" y="2789"/>
                  </a:cubicBezTo>
                  <a:lnTo>
                    <a:pt x="444" y="2789"/>
                  </a:lnTo>
                  <a:cubicBezTo>
                    <a:pt x="95" y="2789"/>
                    <a:pt x="0" y="2630"/>
                    <a:pt x="0" y="2282"/>
                  </a:cubicBezTo>
                  <a:lnTo>
                    <a:pt x="0" y="127"/>
                  </a:lnTo>
                  <a:cubicBezTo>
                    <a:pt x="951" y="0"/>
                    <a:pt x="1870" y="0"/>
                    <a:pt x="2821" y="95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48;p34">
              <a:extLst>
                <a:ext uri="{FF2B5EF4-FFF2-40B4-BE49-F238E27FC236}">
                  <a16:creationId xmlns:a16="http://schemas.microsoft.com/office/drawing/2014/main" id="{3AC13309-1C79-479F-9C47-DB028C72B4B6}"/>
                </a:ext>
              </a:extLst>
            </p:cNvPr>
            <p:cNvSpPr/>
            <p:nvPr/>
          </p:nvSpPr>
          <p:spPr>
            <a:xfrm>
              <a:off x="4288602" y="1221435"/>
              <a:ext cx="55577" cy="57469"/>
            </a:xfrm>
            <a:custGeom>
              <a:avLst/>
              <a:gdLst/>
              <a:ahLst/>
              <a:cxnLst/>
              <a:rect l="l" t="t" r="r" b="b"/>
              <a:pathLst>
                <a:path w="2790" h="2885" extrusionOk="0">
                  <a:moveTo>
                    <a:pt x="2726" y="96"/>
                  </a:moveTo>
                  <a:lnTo>
                    <a:pt x="2726" y="2314"/>
                  </a:lnTo>
                  <a:cubicBezTo>
                    <a:pt x="2726" y="2884"/>
                    <a:pt x="2789" y="2852"/>
                    <a:pt x="2124" y="2852"/>
                  </a:cubicBezTo>
                  <a:lnTo>
                    <a:pt x="64" y="2852"/>
                  </a:lnTo>
                  <a:cubicBezTo>
                    <a:pt x="1" y="1902"/>
                    <a:pt x="64" y="983"/>
                    <a:pt x="64" y="64"/>
                  </a:cubicBezTo>
                  <a:lnTo>
                    <a:pt x="64" y="64"/>
                  </a:lnTo>
                  <a:cubicBezTo>
                    <a:pt x="920" y="96"/>
                    <a:pt x="1839" y="1"/>
                    <a:pt x="2726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49;p34">
              <a:extLst>
                <a:ext uri="{FF2B5EF4-FFF2-40B4-BE49-F238E27FC236}">
                  <a16:creationId xmlns:a16="http://schemas.microsoft.com/office/drawing/2014/main" id="{2DA53F40-CAFE-4784-B6A4-95A7FA516571}"/>
                </a:ext>
              </a:extLst>
            </p:cNvPr>
            <p:cNvSpPr/>
            <p:nvPr/>
          </p:nvSpPr>
          <p:spPr>
            <a:xfrm>
              <a:off x="4671126" y="1220180"/>
              <a:ext cx="53047" cy="58724"/>
            </a:xfrm>
            <a:custGeom>
              <a:avLst/>
              <a:gdLst/>
              <a:ahLst/>
              <a:cxnLst/>
              <a:rect l="l" t="t" r="r" b="b"/>
              <a:pathLst>
                <a:path w="2663" h="2948" extrusionOk="0">
                  <a:moveTo>
                    <a:pt x="2662" y="254"/>
                  </a:moveTo>
                  <a:lnTo>
                    <a:pt x="2662" y="2504"/>
                  </a:lnTo>
                  <a:cubicBezTo>
                    <a:pt x="2662" y="2820"/>
                    <a:pt x="2599" y="2947"/>
                    <a:pt x="2282" y="2915"/>
                  </a:cubicBezTo>
                  <a:cubicBezTo>
                    <a:pt x="1521" y="2915"/>
                    <a:pt x="761" y="2915"/>
                    <a:pt x="32" y="2915"/>
                  </a:cubicBezTo>
                  <a:cubicBezTo>
                    <a:pt x="32" y="2123"/>
                    <a:pt x="0" y="1331"/>
                    <a:pt x="0" y="539"/>
                  </a:cubicBezTo>
                  <a:cubicBezTo>
                    <a:pt x="0" y="380"/>
                    <a:pt x="0" y="159"/>
                    <a:pt x="222" y="159"/>
                  </a:cubicBezTo>
                  <a:cubicBezTo>
                    <a:pt x="1046" y="159"/>
                    <a:pt x="1870" y="0"/>
                    <a:pt x="2662" y="2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50;p34">
              <a:extLst>
                <a:ext uri="{FF2B5EF4-FFF2-40B4-BE49-F238E27FC236}">
                  <a16:creationId xmlns:a16="http://schemas.microsoft.com/office/drawing/2014/main" id="{755168EA-F3B1-4B83-9A62-3CBC8C1764A1}"/>
                </a:ext>
              </a:extLst>
            </p:cNvPr>
            <p:cNvSpPr/>
            <p:nvPr/>
          </p:nvSpPr>
          <p:spPr>
            <a:xfrm>
              <a:off x="4342267" y="1550294"/>
              <a:ext cx="56194" cy="55577"/>
            </a:xfrm>
            <a:custGeom>
              <a:avLst/>
              <a:gdLst/>
              <a:ahLst/>
              <a:cxnLst/>
              <a:rect l="l" t="t" r="r" b="b"/>
              <a:pathLst>
                <a:path w="2821" h="2790" extrusionOk="0">
                  <a:moveTo>
                    <a:pt x="2820" y="2694"/>
                  </a:moveTo>
                  <a:cubicBezTo>
                    <a:pt x="1996" y="2758"/>
                    <a:pt x="1141" y="2789"/>
                    <a:pt x="317" y="2726"/>
                  </a:cubicBezTo>
                  <a:cubicBezTo>
                    <a:pt x="95" y="2726"/>
                    <a:pt x="0" y="2631"/>
                    <a:pt x="0" y="2409"/>
                  </a:cubicBezTo>
                  <a:lnTo>
                    <a:pt x="0" y="381"/>
                  </a:lnTo>
                  <a:cubicBezTo>
                    <a:pt x="0" y="64"/>
                    <a:pt x="159" y="1"/>
                    <a:pt x="412" y="1"/>
                  </a:cubicBezTo>
                  <a:lnTo>
                    <a:pt x="2313" y="1"/>
                  </a:lnTo>
                  <a:cubicBezTo>
                    <a:pt x="2662" y="1"/>
                    <a:pt x="2789" y="96"/>
                    <a:pt x="2789" y="444"/>
                  </a:cubicBezTo>
                  <a:cubicBezTo>
                    <a:pt x="2789" y="1205"/>
                    <a:pt x="2789" y="1965"/>
                    <a:pt x="2820" y="26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51;p34">
              <a:extLst>
                <a:ext uri="{FF2B5EF4-FFF2-40B4-BE49-F238E27FC236}">
                  <a16:creationId xmlns:a16="http://schemas.microsoft.com/office/drawing/2014/main" id="{0581694C-1FA9-4BF9-88CC-8BE729A54568}"/>
                </a:ext>
              </a:extLst>
            </p:cNvPr>
            <p:cNvSpPr/>
            <p:nvPr/>
          </p:nvSpPr>
          <p:spPr>
            <a:xfrm>
              <a:off x="4779690" y="1169045"/>
              <a:ext cx="54302" cy="56194"/>
            </a:xfrm>
            <a:custGeom>
              <a:avLst/>
              <a:gdLst/>
              <a:ahLst/>
              <a:cxnLst/>
              <a:rect l="l" t="t" r="r" b="b"/>
              <a:pathLst>
                <a:path w="2726" h="2821" extrusionOk="0">
                  <a:moveTo>
                    <a:pt x="1" y="32"/>
                  </a:moveTo>
                  <a:lnTo>
                    <a:pt x="2314" y="32"/>
                  </a:lnTo>
                  <a:cubicBezTo>
                    <a:pt x="2631" y="32"/>
                    <a:pt x="2726" y="127"/>
                    <a:pt x="2694" y="412"/>
                  </a:cubicBezTo>
                  <a:lnTo>
                    <a:pt x="2694" y="2409"/>
                  </a:lnTo>
                  <a:cubicBezTo>
                    <a:pt x="2694" y="2599"/>
                    <a:pt x="2662" y="2757"/>
                    <a:pt x="2409" y="2726"/>
                  </a:cubicBezTo>
                  <a:cubicBezTo>
                    <a:pt x="1617" y="2694"/>
                    <a:pt x="793" y="2821"/>
                    <a:pt x="1" y="2662"/>
                  </a:cubicBezTo>
                  <a:lnTo>
                    <a:pt x="1" y="26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52;p34">
              <a:extLst>
                <a:ext uri="{FF2B5EF4-FFF2-40B4-BE49-F238E27FC236}">
                  <a16:creationId xmlns:a16="http://schemas.microsoft.com/office/drawing/2014/main" id="{0B315D98-9E5B-44F1-876C-FDC09B1E3920}"/>
                </a:ext>
              </a:extLst>
            </p:cNvPr>
            <p:cNvSpPr/>
            <p:nvPr/>
          </p:nvSpPr>
          <p:spPr>
            <a:xfrm>
              <a:off x="4559395" y="1439201"/>
              <a:ext cx="56194" cy="56832"/>
            </a:xfrm>
            <a:custGeom>
              <a:avLst/>
              <a:gdLst/>
              <a:ahLst/>
              <a:cxnLst/>
              <a:rect l="l" t="t" r="r" b="b"/>
              <a:pathLst>
                <a:path w="2821" h="2853" extrusionOk="0">
                  <a:moveTo>
                    <a:pt x="2821" y="191"/>
                  </a:moveTo>
                  <a:lnTo>
                    <a:pt x="2821" y="2409"/>
                  </a:lnTo>
                  <a:cubicBezTo>
                    <a:pt x="2821" y="2726"/>
                    <a:pt x="2694" y="2853"/>
                    <a:pt x="2377" y="2853"/>
                  </a:cubicBezTo>
                  <a:lnTo>
                    <a:pt x="159" y="2853"/>
                  </a:lnTo>
                  <a:cubicBezTo>
                    <a:pt x="1" y="2061"/>
                    <a:pt x="127" y="1205"/>
                    <a:pt x="96" y="413"/>
                  </a:cubicBezTo>
                  <a:cubicBezTo>
                    <a:pt x="64" y="254"/>
                    <a:pt x="191" y="96"/>
                    <a:pt x="381" y="128"/>
                  </a:cubicBezTo>
                  <a:cubicBezTo>
                    <a:pt x="1205" y="159"/>
                    <a:pt x="1997" y="1"/>
                    <a:pt x="2821" y="191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53;p34">
              <a:extLst>
                <a:ext uri="{FF2B5EF4-FFF2-40B4-BE49-F238E27FC236}">
                  <a16:creationId xmlns:a16="http://schemas.microsoft.com/office/drawing/2014/main" id="{8CA42ABF-50A3-411C-A4B2-84794FD92A3A}"/>
                </a:ext>
              </a:extLst>
            </p:cNvPr>
            <p:cNvSpPr/>
            <p:nvPr/>
          </p:nvSpPr>
          <p:spPr>
            <a:xfrm>
              <a:off x="4671126" y="1550294"/>
              <a:ext cx="53664" cy="55577"/>
            </a:xfrm>
            <a:custGeom>
              <a:avLst/>
              <a:gdLst/>
              <a:ahLst/>
              <a:cxnLst/>
              <a:rect l="l" t="t" r="r" b="b"/>
              <a:pathLst>
                <a:path w="2694" h="2790" extrusionOk="0">
                  <a:moveTo>
                    <a:pt x="32" y="2726"/>
                  </a:moveTo>
                  <a:cubicBezTo>
                    <a:pt x="32" y="1934"/>
                    <a:pt x="32" y="1173"/>
                    <a:pt x="0" y="413"/>
                  </a:cubicBezTo>
                  <a:cubicBezTo>
                    <a:pt x="0" y="128"/>
                    <a:pt x="64" y="1"/>
                    <a:pt x="381" y="1"/>
                  </a:cubicBezTo>
                  <a:lnTo>
                    <a:pt x="2314" y="1"/>
                  </a:lnTo>
                  <a:cubicBezTo>
                    <a:pt x="2630" y="1"/>
                    <a:pt x="2694" y="128"/>
                    <a:pt x="2694" y="444"/>
                  </a:cubicBezTo>
                  <a:lnTo>
                    <a:pt x="2694" y="2346"/>
                  </a:lnTo>
                  <a:cubicBezTo>
                    <a:pt x="2694" y="2631"/>
                    <a:pt x="2630" y="2758"/>
                    <a:pt x="2314" y="2758"/>
                  </a:cubicBezTo>
                  <a:cubicBezTo>
                    <a:pt x="1553" y="2726"/>
                    <a:pt x="793" y="2789"/>
                    <a:pt x="0" y="26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54;p34">
              <a:extLst>
                <a:ext uri="{FF2B5EF4-FFF2-40B4-BE49-F238E27FC236}">
                  <a16:creationId xmlns:a16="http://schemas.microsoft.com/office/drawing/2014/main" id="{117B0287-B1D6-432A-AC6C-859D13173599}"/>
                </a:ext>
              </a:extLst>
            </p:cNvPr>
            <p:cNvSpPr/>
            <p:nvPr/>
          </p:nvSpPr>
          <p:spPr>
            <a:xfrm>
              <a:off x="4507005" y="1386811"/>
              <a:ext cx="56194" cy="54939"/>
            </a:xfrm>
            <a:custGeom>
              <a:avLst/>
              <a:gdLst/>
              <a:ahLst/>
              <a:cxnLst/>
              <a:rect l="l" t="t" r="r" b="b"/>
              <a:pathLst>
                <a:path w="2821" h="2758" extrusionOk="0">
                  <a:moveTo>
                    <a:pt x="1" y="2663"/>
                  </a:moveTo>
                  <a:lnTo>
                    <a:pt x="1" y="476"/>
                  </a:lnTo>
                  <a:cubicBezTo>
                    <a:pt x="1" y="128"/>
                    <a:pt x="96" y="1"/>
                    <a:pt x="444" y="1"/>
                  </a:cubicBezTo>
                  <a:lnTo>
                    <a:pt x="2662" y="1"/>
                  </a:lnTo>
                  <a:cubicBezTo>
                    <a:pt x="2821" y="793"/>
                    <a:pt x="2694" y="1617"/>
                    <a:pt x="2726" y="2441"/>
                  </a:cubicBezTo>
                  <a:cubicBezTo>
                    <a:pt x="2726" y="2631"/>
                    <a:pt x="2631" y="2726"/>
                    <a:pt x="2441" y="2726"/>
                  </a:cubicBezTo>
                  <a:cubicBezTo>
                    <a:pt x="1617" y="2758"/>
                    <a:pt x="793" y="2726"/>
                    <a:pt x="1" y="2663"/>
                  </a:cubicBezTo>
                  <a:close/>
                </a:path>
              </a:pathLst>
            </a:custGeom>
            <a:solidFill>
              <a:srgbClr val="7A4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55;p34">
              <a:extLst>
                <a:ext uri="{FF2B5EF4-FFF2-40B4-BE49-F238E27FC236}">
                  <a16:creationId xmlns:a16="http://schemas.microsoft.com/office/drawing/2014/main" id="{A1EF46DF-0E8B-4330-B008-2830AE2246F9}"/>
                </a:ext>
              </a:extLst>
            </p:cNvPr>
            <p:cNvSpPr/>
            <p:nvPr/>
          </p:nvSpPr>
          <p:spPr>
            <a:xfrm>
              <a:off x="4451468" y="623038"/>
              <a:ext cx="164121" cy="218423"/>
            </a:xfrm>
            <a:custGeom>
              <a:avLst/>
              <a:gdLst/>
              <a:ahLst/>
              <a:cxnLst/>
              <a:rect l="l" t="t" r="r" b="b"/>
              <a:pathLst>
                <a:path w="8239" h="10965" extrusionOk="0">
                  <a:moveTo>
                    <a:pt x="8239" y="5483"/>
                  </a:moveTo>
                  <a:lnTo>
                    <a:pt x="8239" y="7796"/>
                  </a:lnTo>
                  <a:cubicBezTo>
                    <a:pt x="8239" y="8176"/>
                    <a:pt x="8112" y="8271"/>
                    <a:pt x="7764" y="8271"/>
                  </a:cubicBezTo>
                  <a:lnTo>
                    <a:pt x="6179" y="8271"/>
                  </a:lnTo>
                  <a:cubicBezTo>
                    <a:pt x="5545" y="8271"/>
                    <a:pt x="5545" y="8271"/>
                    <a:pt x="5545" y="8937"/>
                  </a:cubicBezTo>
                  <a:lnTo>
                    <a:pt x="5545" y="10521"/>
                  </a:lnTo>
                  <a:cubicBezTo>
                    <a:pt x="5545" y="10838"/>
                    <a:pt x="5450" y="10965"/>
                    <a:pt x="5133" y="10933"/>
                  </a:cubicBezTo>
                  <a:lnTo>
                    <a:pt x="3201" y="10933"/>
                  </a:lnTo>
                  <a:cubicBezTo>
                    <a:pt x="2884" y="10933"/>
                    <a:pt x="2757" y="10838"/>
                    <a:pt x="2789" y="10521"/>
                  </a:cubicBezTo>
                  <a:lnTo>
                    <a:pt x="2789" y="8651"/>
                  </a:lnTo>
                  <a:cubicBezTo>
                    <a:pt x="2789" y="8335"/>
                    <a:pt x="2662" y="8240"/>
                    <a:pt x="2345" y="8271"/>
                  </a:cubicBezTo>
                  <a:lnTo>
                    <a:pt x="412" y="8271"/>
                  </a:lnTo>
                  <a:cubicBezTo>
                    <a:pt x="95" y="8271"/>
                    <a:pt x="0" y="8176"/>
                    <a:pt x="0" y="7828"/>
                  </a:cubicBezTo>
                  <a:lnTo>
                    <a:pt x="0" y="3106"/>
                  </a:lnTo>
                  <a:cubicBezTo>
                    <a:pt x="0" y="2789"/>
                    <a:pt x="127" y="2694"/>
                    <a:pt x="412" y="2694"/>
                  </a:cubicBezTo>
                  <a:lnTo>
                    <a:pt x="2345" y="2694"/>
                  </a:lnTo>
                  <a:cubicBezTo>
                    <a:pt x="2662" y="2694"/>
                    <a:pt x="2789" y="2599"/>
                    <a:pt x="2789" y="2282"/>
                  </a:cubicBezTo>
                  <a:lnTo>
                    <a:pt x="2789" y="476"/>
                  </a:lnTo>
                  <a:cubicBezTo>
                    <a:pt x="2789" y="159"/>
                    <a:pt x="2820" y="1"/>
                    <a:pt x="3201" y="1"/>
                  </a:cubicBezTo>
                  <a:cubicBezTo>
                    <a:pt x="3834" y="32"/>
                    <a:pt x="4500" y="32"/>
                    <a:pt x="5133" y="1"/>
                  </a:cubicBezTo>
                  <a:cubicBezTo>
                    <a:pt x="5450" y="1"/>
                    <a:pt x="5577" y="96"/>
                    <a:pt x="5545" y="413"/>
                  </a:cubicBezTo>
                  <a:lnTo>
                    <a:pt x="5545" y="2092"/>
                  </a:lnTo>
                  <a:cubicBezTo>
                    <a:pt x="5545" y="2631"/>
                    <a:pt x="5545" y="2694"/>
                    <a:pt x="6179" y="2694"/>
                  </a:cubicBezTo>
                  <a:lnTo>
                    <a:pt x="7764" y="2694"/>
                  </a:lnTo>
                  <a:cubicBezTo>
                    <a:pt x="8112" y="2694"/>
                    <a:pt x="8239" y="2789"/>
                    <a:pt x="8239" y="3138"/>
                  </a:cubicBezTo>
                  <a:cubicBezTo>
                    <a:pt x="8239" y="3930"/>
                    <a:pt x="8239" y="4722"/>
                    <a:pt x="8239" y="54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56;p34">
              <a:extLst>
                <a:ext uri="{FF2B5EF4-FFF2-40B4-BE49-F238E27FC236}">
                  <a16:creationId xmlns:a16="http://schemas.microsoft.com/office/drawing/2014/main" id="{C2AF512D-6355-44AB-BCB8-84585ED9267D}"/>
                </a:ext>
              </a:extLst>
            </p:cNvPr>
            <p:cNvSpPr/>
            <p:nvPr/>
          </p:nvSpPr>
          <p:spPr>
            <a:xfrm>
              <a:off x="4342884" y="732240"/>
              <a:ext cx="55577" cy="55577"/>
            </a:xfrm>
            <a:custGeom>
              <a:avLst/>
              <a:gdLst/>
              <a:ahLst/>
              <a:cxnLst/>
              <a:rect l="l" t="t" r="r" b="b"/>
              <a:pathLst>
                <a:path w="2790" h="2790" extrusionOk="0">
                  <a:moveTo>
                    <a:pt x="1" y="2789"/>
                  </a:moveTo>
                  <a:lnTo>
                    <a:pt x="1" y="476"/>
                  </a:lnTo>
                  <a:cubicBezTo>
                    <a:pt x="1" y="127"/>
                    <a:pt x="96" y="1"/>
                    <a:pt x="444" y="1"/>
                  </a:cubicBezTo>
                  <a:lnTo>
                    <a:pt x="2314" y="1"/>
                  </a:lnTo>
                  <a:cubicBezTo>
                    <a:pt x="2631" y="1"/>
                    <a:pt x="2789" y="159"/>
                    <a:pt x="2789" y="476"/>
                  </a:cubicBezTo>
                  <a:lnTo>
                    <a:pt x="2789" y="2409"/>
                  </a:lnTo>
                  <a:cubicBezTo>
                    <a:pt x="2789" y="2694"/>
                    <a:pt x="2631" y="2789"/>
                    <a:pt x="2377" y="2789"/>
                  </a:cubicBezTo>
                  <a:lnTo>
                    <a:pt x="1" y="27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57;p34">
              <a:extLst>
                <a:ext uri="{FF2B5EF4-FFF2-40B4-BE49-F238E27FC236}">
                  <a16:creationId xmlns:a16="http://schemas.microsoft.com/office/drawing/2014/main" id="{2BA99983-99EF-4DBB-BDA4-2110660FF31D}"/>
                </a:ext>
              </a:extLst>
            </p:cNvPr>
            <p:cNvSpPr/>
            <p:nvPr/>
          </p:nvSpPr>
          <p:spPr>
            <a:xfrm>
              <a:off x="4671126" y="731622"/>
              <a:ext cx="53664" cy="56194"/>
            </a:xfrm>
            <a:custGeom>
              <a:avLst/>
              <a:gdLst/>
              <a:ahLst/>
              <a:cxnLst/>
              <a:rect l="l" t="t" r="r" b="b"/>
              <a:pathLst>
                <a:path w="2694" h="2821" extrusionOk="0">
                  <a:moveTo>
                    <a:pt x="2662" y="2820"/>
                  </a:moveTo>
                  <a:lnTo>
                    <a:pt x="476" y="2820"/>
                  </a:lnTo>
                  <a:cubicBezTo>
                    <a:pt x="159" y="2820"/>
                    <a:pt x="0" y="2725"/>
                    <a:pt x="0" y="2377"/>
                  </a:cubicBezTo>
                  <a:lnTo>
                    <a:pt x="0" y="444"/>
                  </a:lnTo>
                  <a:cubicBezTo>
                    <a:pt x="0" y="127"/>
                    <a:pt x="127" y="0"/>
                    <a:pt x="444" y="32"/>
                  </a:cubicBezTo>
                  <a:lnTo>
                    <a:pt x="2282" y="32"/>
                  </a:lnTo>
                  <a:cubicBezTo>
                    <a:pt x="2567" y="32"/>
                    <a:pt x="2694" y="158"/>
                    <a:pt x="2694" y="412"/>
                  </a:cubicBezTo>
                  <a:lnTo>
                    <a:pt x="2694" y="27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58;p34">
              <a:extLst>
                <a:ext uri="{FF2B5EF4-FFF2-40B4-BE49-F238E27FC236}">
                  <a16:creationId xmlns:a16="http://schemas.microsoft.com/office/drawing/2014/main" id="{C21149A6-AD23-4CEC-8807-5085E60F46F0}"/>
                </a:ext>
              </a:extLst>
            </p:cNvPr>
            <p:cNvSpPr/>
            <p:nvPr/>
          </p:nvSpPr>
          <p:spPr>
            <a:xfrm>
              <a:off x="4289877" y="2033813"/>
              <a:ext cx="113624" cy="116791"/>
            </a:xfrm>
            <a:custGeom>
              <a:avLst/>
              <a:gdLst/>
              <a:ahLst/>
              <a:cxnLst/>
              <a:rect l="l" t="t" r="r" b="b"/>
              <a:pathLst>
                <a:path w="5704" h="5863" extrusionOk="0">
                  <a:moveTo>
                    <a:pt x="5450" y="5863"/>
                  </a:moveTo>
                  <a:cubicBezTo>
                    <a:pt x="4658" y="5863"/>
                    <a:pt x="3866" y="5863"/>
                    <a:pt x="3074" y="5863"/>
                  </a:cubicBezTo>
                  <a:cubicBezTo>
                    <a:pt x="2757" y="5863"/>
                    <a:pt x="2630" y="5768"/>
                    <a:pt x="2630" y="5451"/>
                  </a:cubicBezTo>
                  <a:lnTo>
                    <a:pt x="2630" y="3613"/>
                  </a:lnTo>
                  <a:cubicBezTo>
                    <a:pt x="2630" y="3233"/>
                    <a:pt x="2503" y="3138"/>
                    <a:pt x="2186" y="3138"/>
                  </a:cubicBezTo>
                  <a:lnTo>
                    <a:pt x="507" y="3138"/>
                  </a:lnTo>
                  <a:cubicBezTo>
                    <a:pt x="349" y="3138"/>
                    <a:pt x="158" y="3201"/>
                    <a:pt x="32" y="3074"/>
                  </a:cubicBezTo>
                  <a:cubicBezTo>
                    <a:pt x="507" y="2726"/>
                    <a:pt x="1046" y="2884"/>
                    <a:pt x="1553" y="2884"/>
                  </a:cubicBezTo>
                  <a:cubicBezTo>
                    <a:pt x="2091" y="2884"/>
                    <a:pt x="2313" y="2694"/>
                    <a:pt x="2313" y="2155"/>
                  </a:cubicBezTo>
                  <a:cubicBezTo>
                    <a:pt x="2282" y="571"/>
                    <a:pt x="2408" y="761"/>
                    <a:pt x="951" y="729"/>
                  </a:cubicBezTo>
                  <a:cubicBezTo>
                    <a:pt x="602" y="793"/>
                    <a:pt x="254" y="698"/>
                    <a:pt x="0" y="539"/>
                  </a:cubicBezTo>
                  <a:lnTo>
                    <a:pt x="0" y="381"/>
                  </a:lnTo>
                  <a:lnTo>
                    <a:pt x="0" y="381"/>
                  </a:lnTo>
                  <a:cubicBezTo>
                    <a:pt x="792" y="1"/>
                    <a:pt x="1616" y="191"/>
                    <a:pt x="2440" y="254"/>
                  </a:cubicBezTo>
                  <a:cubicBezTo>
                    <a:pt x="2757" y="317"/>
                    <a:pt x="2820" y="603"/>
                    <a:pt x="2852" y="888"/>
                  </a:cubicBezTo>
                  <a:cubicBezTo>
                    <a:pt x="2884" y="1331"/>
                    <a:pt x="2852" y="1775"/>
                    <a:pt x="2852" y="2219"/>
                  </a:cubicBezTo>
                  <a:cubicBezTo>
                    <a:pt x="2820" y="2662"/>
                    <a:pt x="3042" y="2852"/>
                    <a:pt x="3486" y="2852"/>
                  </a:cubicBezTo>
                  <a:cubicBezTo>
                    <a:pt x="3929" y="2821"/>
                    <a:pt x="4341" y="2852"/>
                    <a:pt x="4753" y="2852"/>
                  </a:cubicBezTo>
                  <a:cubicBezTo>
                    <a:pt x="5387" y="2884"/>
                    <a:pt x="5609" y="3074"/>
                    <a:pt x="5609" y="3708"/>
                  </a:cubicBezTo>
                  <a:cubicBezTo>
                    <a:pt x="5704" y="4373"/>
                    <a:pt x="5672" y="5071"/>
                    <a:pt x="5514" y="57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59;p34">
              <a:extLst>
                <a:ext uri="{FF2B5EF4-FFF2-40B4-BE49-F238E27FC236}">
                  <a16:creationId xmlns:a16="http://schemas.microsoft.com/office/drawing/2014/main" id="{20E63746-E287-4801-BC18-A05947796E76}"/>
                </a:ext>
              </a:extLst>
            </p:cNvPr>
            <p:cNvSpPr/>
            <p:nvPr/>
          </p:nvSpPr>
          <p:spPr>
            <a:xfrm>
              <a:off x="4671126" y="2033813"/>
              <a:ext cx="108584" cy="116173"/>
            </a:xfrm>
            <a:custGeom>
              <a:avLst/>
              <a:gdLst/>
              <a:ahLst/>
              <a:cxnLst/>
              <a:rect l="l" t="t" r="r" b="b"/>
              <a:pathLst>
                <a:path w="5451" h="5832" extrusionOk="0">
                  <a:moveTo>
                    <a:pt x="5451" y="381"/>
                  </a:moveTo>
                  <a:lnTo>
                    <a:pt x="5451" y="2662"/>
                  </a:lnTo>
                  <a:cubicBezTo>
                    <a:pt x="5451" y="3106"/>
                    <a:pt x="5419" y="3138"/>
                    <a:pt x="4944" y="3138"/>
                  </a:cubicBezTo>
                  <a:lnTo>
                    <a:pt x="3169" y="3138"/>
                  </a:lnTo>
                  <a:cubicBezTo>
                    <a:pt x="2694" y="3138"/>
                    <a:pt x="2694" y="3138"/>
                    <a:pt x="2694" y="3645"/>
                  </a:cubicBezTo>
                  <a:lnTo>
                    <a:pt x="2694" y="5387"/>
                  </a:lnTo>
                  <a:cubicBezTo>
                    <a:pt x="2694" y="5546"/>
                    <a:pt x="2789" y="5736"/>
                    <a:pt x="2535" y="5831"/>
                  </a:cubicBezTo>
                  <a:cubicBezTo>
                    <a:pt x="2345" y="5546"/>
                    <a:pt x="2282" y="5166"/>
                    <a:pt x="2345" y="4817"/>
                  </a:cubicBezTo>
                  <a:cubicBezTo>
                    <a:pt x="2345" y="3233"/>
                    <a:pt x="2504" y="3423"/>
                    <a:pt x="951" y="3391"/>
                  </a:cubicBezTo>
                  <a:cubicBezTo>
                    <a:pt x="634" y="3391"/>
                    <a:pt x="286" y="3454"/>
                    <a:pt x="0" y="3201"/>
                  </a:cubicBezTo>
                  <a:cubicBezTo>
                    <a:pt x="95" y="2821"/>
                    <a:pt x="412" y="2884"/>
                    <a:pt x="634" y="2852"/>
                  </a:cubicBezTo>
                  <a:cubicBezTo>
                    <a:pt x="1046" y="2821"/>
                    <a:pt x="1490" y="2852"/>
                    <a:pt x="1902" y="2852"/>
                  </a:cubicBezTo>
                  <a:cubicBezTo>
                    <a:pt x="2218" y="2884"/>
                    <a:pt x="2504" y="2599"/>
                    <a:pt x="2472" y="2282"/>
                  </a:cubicBezTo>
                  <a:lnTo>
                    <a:pt x="2472" y="951"/>
                  </a:lnTo>
                  <a:cubicBezTo>
                    <a:pt x="2472" y="508"/>
                    <a:pt x="2694" y="191"/>
                    <a:pt x="3201" y="222"/>
                  </a:cubicBezTo>
                  <a:cubicBezTo>
                    <a:pt x="3961" y="222"/>
                    <a:pt x="4722" y="1"/>
                    <a:pt x="5451" y="4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60;p34">
              <a:extLst>
                <a:ext uri="{FF2B5EF4-FFF2-40B4-BE49-F238E27FC236}">
                  <a16:creationId xmlns:a16="http://schemas.microsoft.com/office/drawing/2014/main" id="{5740099D-6DFF-4F81-AE57-03C28C13945C}"/>
                </a:ext>
              </a:extLst>
            </p:cNvPr>
            <p:cNvSpPr/>
            <p:nvPr/>
          </p:nvSpPr>
          <p:spPr>
            <a:xfrm>
              <a:off x="4616207" y="2144906"/>
              <a:ext cx="55577" cy="59979"/>
            </a:xfrm>
            <a:custGeom>
              <a:avLst/>
              <a:gdLst/>
              <a:ahLst/>
              <a:cxnLst/>
              <a:rect l="l" t="t" r="r" b="b"/>
              <a:pathLst>
                <a:path w="2790" h="3011" extrusionOk="0">
                  <a:moveTo>
                    <a:pt x="2789" y="286"/>
                  </a:moveTo>
                  <a:lnTo>
                    <a:pt x="2789" y="2536"/>
                  </a:lnTo>
                  <a:cubicBezTo>
                    <a:pt x="2789" y="3011"/>
                    <a:pt x="2757" y="3011"/>
                    <a:pt x="2282" y="3011"/>
                  </a:cubicBezTo>
                  <a:lnTo>
                    <a:pt x="444" y="3011"/>
                  </a:lnTo>
                  <a:cubicBezTo>
                    <a:pt x="127" y="3011"/>
                    <a:pt x="1" y="2916"/>
                    <a:pt x="1" y="2599"/>
                  </a:cubicBezTo>
                  <a:lnTo>
                    <a:pt x="1" y="254"/>
                  </a:lnTo>
                  <a:lnTo>
                    <a:pt x="96" y="191"/>
                  </a:lnTo>
                  <a:cubicBezTo>
                    <a:pt x="951" y="1"/>
                    <a:pt x="1838" y="1"/>
                    <a:pt x="2694" y="1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61;p34">
              <a:extLst>
                <a:ext uri="{FF2B5EF4-FFF2-40B4-BE49-F238E27FC236}">
                  <a16:creationId xmlns:a16="http://schemas.microsoft.com/office/drawing/2014/main" id="{1763F79B-8917-4EF8-BC96-BB98AD5A463B}"/>
                </a:ext>
              </a:extLst>
            </p:cNvPr>
            <p:cNvSpPr/>
            <p:nvPr/>
          </p:nvSpPr>
          <p:spPr>
            <a:xfrm>
              <a:off x="4444516" y="2091879"/>
              <a:ext cx="62509" cy="59362"/>
            </a:xfrm>
            <a:custGeom>
              <a:avLst/>
              <a:gdLst/>
              <a:ahLst/>
              <a:cxnLst/>
              <a:rect l="l" t="t" r="r" b="b"/>
              <a:pathLst>
                <a:path w="3138" h="2980" extrusionOk="0">
                  <a:moveTo>
                    <a:pt x="3138" y="286"/>
                  </a:moveTo>
                  <a:lnTo>
                    <a:pt x="3138" y="2536"/>
                  </a:lnTo>
                  <a:cubicBezTo>
                    <a:pt x="3138" y="2821"/>
                    <a:pt x="3043" y="2979"/>
                    <a:pt x="2726" y="2948"/>
                  </a:cubicBezTo>
                  <a:cubicBezTo>
                    <a:pt x="1933" y="2948"/>
                    <a:pt x="1141" y="2948"/>
                    <a:pt x="349" y="2948"/>
                  </a:cubicBezTo>
                  <a:lnTo>
                    <a:pt x="254" y="2853"/>
                  </a:lnTo>
                  <a:cubicBezTo>
                    <a:pt x="127" y="1965"/>
                    <a:pt x="1" y="1078"/>
                    <a:pt x="349" y="223"/>
                  </a:cubicBezTo>
                  <a:cubicBezTo>
                    <a:pt x="1268" y="1"/>
                    <a:pt x="2219" y="1"/>
                    <a:pt x="3138" y="2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62;p34">
              <a:extLst>
                <a:ext uri="{FF2B5EF4-FFF2-40B4-BE49-F238E27FC236}">
                  <a16:creationId xmlns:a16="http://schemas.microsoft.com/office/drawing/2014/main" id="{EAC9EB59-D32A-48BF-8700-731C72CCDE71}"/>
                </a:ext>
              </a:extLst>
            </p:cNvPr>
            <p:cNvSpPr/>
            <p:nvPr/>
          </p:nvSpPr>
          <p:spPr>
            <a:xfrm>
              <a:off x="4397804" y="2143651"/>
              <a:ext cx="53684" cy="61872"/>
            </a:xfrm>
            <a:custGeom>
              <a:avLst/>
              <a:gdLst/>
              <a:ahLst/>
              <a:cxnLst/>
              <a:rect l="l" t="t" r="r" b="b"/>
              <a:pathLst>
                <a:path w="2695" h="3106" extrusionOk="0">
                  <a:moveTo>
                    <a:pt x="2662" y="349"/>
                  </a:moveTo>
                  <a:cubicBezTo>
                    <a:pt x="2662" y="1109"/>
                    <a:pt x="2662" y="1870"/>
                    <a:pt x="2694" y="2662"/>
                  </a:cubicBezTo>
                  <a:cubicBezTo>
                    <a:pt x="2694" y="2979"/>
                    <a:pt x="2567" y="3106"/>
                    <a:pt x="2250" y="3106"/>
                  </a:cubicBezTo>
                  <a:lnTo>
                    <a:pt x="413" y="3106"/>
                  </a:lnTo>
                  <a:cubicBezTo>
                    <a:pt x="64" y="3106"/>
                    <a:pt x="1" y="2947"/>
                    <a:pt x="1" y="2662"/>
                  </a:cubicBezTo>
                  <a:cubicBezTo>
                    <a:pt x="1" y="1870"/>
                    <a:pt x="1" y="1109"/>
                    <a:pt x="32" y="317"/>
                  </a:cubicBezTo>
                  <a:lnTo>
                    <a:pt x="32" y="317"/>
                  </a:lnTo>
                  <a:cubicBezTo>
                    <a:pt x="888" y="0"/>
                    <a:pt x="1839" y="0"/>
                    <a:pt x="2694" y="3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63;p34">
              <a:extLst>
                <a:ext uri="{FF2B5EF4-FFF2-40B4-BE49-F238E27FC236}">
                  <a16:creationId xmlns:a16="http://schemas.microsoft.com/office/drawing/2014/main" id="{ED1266F5-D152-4D14-AE4B-85CFAF23E00B}"/>
                </a:ext>
              </a:extLst>
            </p:cNvPr>
            <p:cNvSpPr/>
            <p:nvPr/>
          </p:nvSpPr>
          <p:spPr>
            <a:xfrm>
              <a:off x="4559395" y="2091262"/>
              <a:ext cx="63146" cy="59979"/>
            </a:xfrm>
            <a:custGeom>
              <a:avLst/>
              <a:gdLst/>
              <a:ahLst/>
              <a:cxnLst/>
              <a:rect l="l" t="t" r="r" b="b"/>
              <a:pathLst>
                <a:path w="3170" h="3011" extrusionOk="0">
                  <a:moveTo>
                    <a:pt x="2821" y="2979"/>
                  </a:moveTo>
                  <a:cubicBezTo>
                    <a:pt x="1934" y="3010"/>
                    <a:pt x="1046" y="3010"/>
                    <a:pt x="159" y="2979"/>
                  </a:cubicBezTo>
                  <a:cubicBezTo>
                    <a:pt x="1" y="2187"/>
                    <a:pt x="127" y="1331"/>
                    <a:pt x="96" y="539"/>
                  </a:cubicBezTo>
                  <a:cubicBezTo>
                    <a:pt x="64" y="349"/>
                    <a:pt x="222" y="159"/>
                    <a:pt x="413" y="159"/>
                  </a:cubicBezTo>
                  <a:cubicBezTo>
                    <a:pt x="1205" y="127"/>
                    <a:pt x="2029" y="0"/>
                    <a:pt x="2821" y="254"/>
                  </a:cubicBezTo>
                  <a:cubicBezTo>
                    <a:pt x="3169" y="1141"/>
                    <a:pt x="3169" y="2091"/>
                    <a:pt x="2821" y="297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64;p34">
              <a:extLst>
                <a:ext uri="{FF2B5EF4-FFF2-40B4-BE49-F238E27FC236}">
                  <a16:creationId xmlns:a16="http://schemas.microsoft.com/office/drawing/2014/main" id="{9F0518A8-01A4-4C8A-A974-90BAA7C0DAAC}"/>
                </a:ext>
              </a:extLst>
            </p:cNvPr>
            <p:cNvSpPr/>
            <p:nvPr/>
          </p:nvSpPr>
          <p:spPr>
            <a:xfrm>
              <a:off x="4664174" y="2097557"/>
              <a:ext cx="58107" cy="53047"/>
            </a:xfrm>
            <a:custGeom>
              <a:avLst/>
              <a:gdLst/>
              <a:ahLst/>
              <a:cxnLst/>
              <a:rect l="l" t="t" r="r" b="b"/>
              <a:pathLst>
                <a:path w="2917" h="2663" extrusionOk="0">
                  <a:moveTo>
                    <a:pt x="413" y="1"/>
                  </a:moveTo>
                  <a:lnTo>
                    <a:pt x="2124" y="1"/>
                  </a:lnTo>
                  <a:cubicBezTo>
                    <a:pt x="2884" y="1"/>
                    <a:pt x="2884" y="1"/>
                    <a:pt x="2916" y="793"/>
                  </a:cubicBezTo>
                  <a:lnTo>
                    <a:pt x="2916" y="2631"/>
                  </a:lnTo>
                  <a:cubicBezTo>
                    <a:pt x="2060" y="2663"/>
                    <a:pt x="1205" y="2663"/>
                    <a:pt x="381" y="2631"/>
                  </a:cubicBezTo>
                  <a:lnTo>
                    <a:pt x="381" y="2631"/>
                  </a:lnTo>
                  <a:cubicBezTo>
                    <a:pt x="1" y="1775"/>
                    <a:pt x="32" y="825"/>
                    <a:pt x="4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65;p34">
              <a:extLst>
                <a:ext uri="{FF2B5EF4-FFF2-40B4-BE49-F238E27FC236}">
                  <a16:creationId xmlns:a16="http://schemas.microsoft.com/office/drawing/2014/main" id="{40B9DA8F-360B-46B5-A1AA-A7C69016FF4F}"/>
                </a:ext>
              </a:extLst>
            </p:cNvPr>
            <p:cNvSpPr/>
            <p:nvPr/>
          </p:nvSpPr>
          <p:spPr>
            <a:xfrm>
              <a:off x="4288602" y="2044549"/>
              <a:ext cx="51792" cy="50517"/>
            </a:xfrm>
            <a:custGeom>
              <a:avLst/>
              <a:gdLst/>
              <a:ahLst/>
              <a:cxnLst/>
              <a:rect l="l" t="t" r="r" b="b"/>
              <a:pathLst>
                <a:path w="2600" h="2536" extrusionOk="0">
                  <a:moveTo>
                    <a:pt x="64" y="0"/>
                  </a:moveTo>
                  <a:lnTo>
                    <a:pt x="2092" y="0"/>
                  </a:lnTo>
                  <a:cubicBezTo>
                    <a:pt x="2441" y="0"/>
                    <a:pt x="2599" y="95"/>
                    <a:pt x="2567" y="444"/>
                  </a:cubicBezTo>
                  <a:lnTo>
                    <a:pt x="2567" y="2092"/>
                  </a:lnTo>
                  <a:cubicBezTo>
                    <a:pt x="2567" y="2408"/>
                    <a:pt x="2441" y="2535"/>
                    <a:pt x="2155" y="2535"/>
                  </a:cubicBezTo>
                  <a:lnTo>
                    <a:pt x="96" y="2535"/>
                  </a:lnTo>
                  <a:cubicBezTo>
                    <a:pt x="1" y="1680"/>
                    <a:pt x="1" y="824"/>
                    <a:pt x="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66;p34">
              <a:extLst>
                <a:ext uri="{FF2B5EF4-FFF2-40B4-BE49-F238E27FC236}">
                  <a16:creationId xmlns:a16="http://schemas.microsoft.com/office/drawing/2014/main" id="{72220FFD-5DAB-4284-A7C4-EB427EFEE18F}"/>
                </a:ext>
              </a:extLst>
            </p:cNvPr>
            <p:cNvSpPr/>
            <p:nvPr/>
          </p:nvSpPr>
          <p:spPr>
            <a:xfrm>
              <a:off x="4451468" y="2041382"/>
              <a:ext cx="164121" cy="108604"/>
            </a:xfrm>
            <a:custGeom>
              <a:avLst/>
              <a:gdLst/>
              <a:ahLst/>
              <a:cxnLst/>
              <a:rect l="l" t="t" r="r" b="b"/>
              <a:pathLst>
                <a:path w="8239" h="5452" extrusionOk="0">
                  <a:moveTo>
                    <a:pt x="8239" y="2821"/>
                  </a:moveTo>
                  <a:cubicBezTo>
                    <a:pt x="7478" y="2821"/>
                    <a:pt x="6750" y="2821"/>
                    <a:pt x="6021" y="2821"/>
                  </a:cubicBezTo>
                  <a:cubicBezTo>
                    <a:pt x="5672" y="2821"/>
                    <a:pt x="5577" y="2948"/>
                    <a:pt x="5577" y="3265"/>
                  </a:cubicBezTo>
                  <a:lnTo>
                    <a:pt x="5577" y="5451"/>
                  </a:lnTo>
                  <a:cubicBezTo>
                    <a:pt x="5387" y="5356"/>
                    <a:pt x="5450" y="5166"/>
                    <a:pt x="5450" y="4976"/>
                  </a:cubicBezTo>
                  <a:lnTo>
                    <a:pt x="5450" y="3391"/>
                  </a:lnTo>
                  <a:cubicBezTo>
                    <a:pt x="5450" y="2821"/>
                    <a:pt x="5450" y="2821"/>
                    <a:pt x="4880" y="2821"/>
                  </a:cubicBezTo>
                  <a:lnTo>
                    <a:pt x="2757" y="2821"/>
                  </a:lnTo>
                  <a:lnTo>
                    <a:pt x="0" y="2821"/>
                  </a:lnTo>
                  <a:cubicBezTo>
                    <a:pt x="0" y="2377"/>
                    <a:pt x="380" y="2504"/>
                    <a:pt x="634" y="2472"/>
                  </a:cubicBezTo>
                  <a:cubicBezTo>
                    <a:pt x="1331" y="2441"/>
                    <a:pt x="2028" y="2441"/>
                    <a:pt x="2725" y="2472"/>
                  </a:cubicBezTo>
                  <a:cubicBezTo>
                    <a:pt x="3327" y="2472"/>
                    <a:pt x="3961" y="2472"/>
                    <a:pt x="4563" y="2472"/>
                  </a:cubicBezTo>
                  <a:cubicBezTo>
                    <a:pt x="5038" y="2472"/>
                    <a:pt x="5229" y="2314"/>
                    <a:pt x="5229" y="1807"/>
                  </a:cubicBezTo>
                  <a:lnTo>
                    <a:pt x="5229" y="698"/>
                  </a:lnTo>
                  <a:cubicBezTo>
                    <a:pt x="5197" y="444"/>
                    <a:pt x="5292" y="223"/>
                    <a:pt x="5450" y="32"/>
                  </a:cubicBezTo>
                  <a:lnTo>
                    <a:pt x="5545" y="1"/>
                  </a:lnTo>
                  <a:cubicBezTo>
                    <a:pt x="5577" y="1"/>
                    <a:pt x="5609" y="32"/>
                    <a:pt x="5640" y="64"/>
                  </a:cubicBezTo>
                  <a:cubicBezTo>
                    <a:pt x="5862" y="603"/>
                    <a:pt x="5736" y="1142"/>
                    <a:pt x="5736" y="1712"/>
                  </a:cubicBezTo>
                  <a:cubicBezTo>
                    <a:pt x="5767" y="2409"/>
                    <a:pt x="5831" y="2472"/>
                    <a:pt x="6528" y="2504"/>
                  </a:cubicBezTo>
                  <a:cubicBezTo>
                    <a:pt x="6908" y="2472"/>
                    <a:pt x="7288" y="2472"/>
                    <a:pt x="7668" y="2504"/>
                  </a:cubicBezTo>
                  <a:cubicBezTo>
                    <a:pt x="7922" y="2536"/>
                    <a:pt x="8207" y="2472"/>
                    <a:pt x="8239" y="28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67;p34">
              <a:extLst>
                <a:ext uri="{FF2B5EF4-FFF2-40B4-BE49-F238E27FC236}">
                  <a16:creationId xmlns:a16="http://schemas.microsoft.com/office/drawing/2014/main" id="{C91F7159-3C18-4C7B-8873-FA1D5CF549D9}"/>
                </a:ext>
              </a:extLst>
            </p:cNvPr>
            <p:cNvSpPr/>
            <p:nvPr/>
          </p:nvSpPr>
          <p:spPr>
            <a:xfrm>
              <a:off x="4015917" y="1224602"/>
              <a:ext cx="106692" cy="162228"/>
            </a:xfrm>
            <a:custGeom>
              <a:avLst/>
              <a:gdLst/>
              <a:ahLst/>
              <a:cxnLst/>
              <a:rect l="l" t="t" r="r" b="b"/>
              <a:pathLst>
                <a:path w="5356" h="8144" extrusionOk="0">
                  <a:moveTo>
                    <a:pt x="64" y="0"/>
                  </a:moveTo>
                  <a:lnTo>
                    <a:pt x="4500" y="32"/>
                  </a:lnTo>
                  <a:lnTo>
                    <a:pt x="5039" y="32"/>
                  </a:lnTo>
                  <a:cubicBezTo>
                    <a:pt x="5261" y="32"/>
                    <a:pt x="5356" y="127"/>
                    <a:pt x="5356" y="349"/>
                  </a:cubicBezTo>
                  <a:lnTo>
                    <a:pt x="5356" y="2345"/>
                  </a:lnTo>
                  <a:cubicBezTo>
                    <a:pt x="5356" y="2598"/>
                    <a:pt x="5197" y="2662"/>
                    <a:pt x="4976" y="2662"/>
                  </a:cubicBezTo>
                  <a:lnTo>
                    <a:pt x="3233" y="2662"/>
                  </a:lnTo>
                  <a:cubicBezTo>
                    <a:pt x="2662" y="2662"/>
                    <a:pt x="2662" y="2662"/>
                    <a:pt x="2662" y="3232"/>
                  </a:cubicBezTo>
                  <a:lnTo>
                    <a:pt x="2662" y="7890"/>
                  </a:lnTo>
                  <a:cubicBezTo>
                    <a:pt x="2662" y="7985"/>
                    <a:pt x="2662" y="8049"/>
                    <a:pt x="2662" y="8144"/>
                  </a:cubicBezTo>
                  <a:lnTo>
                    <a:pt x="1" y="8144"/>
                  </a:lnTo>
                  <a:lnTo>
                    <a:pt x="1" y="190"/>
                  </a:lnTo>
                  <a:cubicBezTo>
                    <a:pt x="32" y="127"/>
                    <a:pt x="32" y="63"/>
                    <a:pt x="64" y="0"/>
                  </a:cubicBezTo>
                  <a:close/>
                </a:path>
              </a:pathLst>
            </a:custGeom>
            <a:solidFill>
              <a:srgbClr val="A166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68;p34">
              <a:extLst>
                <a:ext uri="{FF2B5EF4-FFF2-40B4-BE49-F238E27FC236}">
                  <a16:creationId xmlns:a16="http://schemas.microsoft.com/office/drawing/2014/main" id="{0E7F0A56-85E8-494E-8AF5-102D915CBDB2}"/>
                </a:ext>
              </a:extLst>
            </p:cNvPr>
            <p:cNvSpPr/>
            <p:nvPr/>
          </p:nvSpPr>
          <p:spPr>
            <a:xfrm>
              <a:off x="4392764" y="1986463"/>
              <a:ext cx="114261" cy="59999"/>
            </a:xfrm>
            <a:custGeom>
              <a:avLst/>
              <a:gdLst/>
              <a:ahLst/>
              <a:cxnLst/>
              <a:rect l="l" t="t" r="r" b="b"/>
              <a:pathLst>
                <a:path w="5736" h="3012" extrusionOk="0">
                  <a:moveTo>
                    <a:pt x="285" y="1"/>
                  </a:moveTo>
                  <a:lnTo>
                    <a:pt x="5134" y="1"/>
                  </a:lnTo>
                  <a:cubicBezTo>
                    <a:pt x="5704" y="1"/>
                    <a:pt x="5704" y="1"/>
                    <a:pt x="5736" y="603"/>
                  </a:cubicBezTo>
                  <a:lnTo>
                    <a:pt x="5736" y="2789"/>
                  </a:lnTo>
                  <a:lnTo>
                    <a:pt x="5641" y="2885"/>
                  </a:lnTo>
                  <a:cubicBezTo>
                    <a:pt x="5324" y="2980"/>
                    <a:pt x="5007" y="3011"/>
                    <a:pt x="4722" y="2980"/>
                  </a:cubicBezTo>
                  <a:lnTo>
                    <a:pt x="982" y="2980"/>
                  </a:lnTo>
                  <a:cubicBezTo>
                    <a:pt x="254" y="2980"/>
                    <a:pt x="95" y="2821"/>
                    <a:pt x="63" y="2092"/>
                  </a:cubicBezTo>
                  <a:cubicBezTo>
                    <a:pt x="0" y="1459"/>
                    <a:pt x="32" y="857"/>
                    <a:pt x="127" y="223"/>
                  </a:cubicBezTo>
                  <a:cubicBezTo>
                    <a:pt x="159" y="128"/>
                    <a:pt x="190" y="64"/>
                    <a:pt x="2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69;p34">
              <a:extLst>
                <a:ext uri="{FF2B5EF4-FFF2-40B4-BE49-F238E27FC236}">
                  <a16:creationId xmlns:a16="http://schemas.microsoft.com/office/drawing/2014/main" id="{60F7A922-D8E3-4955-B83F-7FD1779625BC}"/>
                </a:ext>
              </a:extLst>
            </p:cNvPr>
            <p:cNvSpPr/>
            <p:nvPr/>
          </p:nvSpPr>
          <p:spPr>
            <a:xfrm>
              <a:off x="4562562" y="1985845"/>
              <a:ext cx="114899" cy="60617"/>
            </a:xfrm>
            <a:custGeom>
              <a:avLst/>
              <a:gdLst/>
              <a:ahLst/>
              <a:cxnLst/>
              <a:rect l="l" t="t" r="r" b="b"/>
              <a:pathLst>
                <a:path w="5768" h="3043" extrusionOk="0">
                  <a:moveTo>
                    <a:pt x="0" y="2789"/>
                  </a:moveTo>
                  <a:lnTo>
                    <a:pt x="0" y="507"/>
                  </a:lnTo>
                  <a:cubicBezTo>
                    <a:pt x="0" y="64"/>
                    <a:pt x="0" y="32"/>
                    <a:pt x="475" y="32"/>
                  </a:cubicBezTo>
                  <a:lnTo>
                    <a:pt x="4658" y="32"/>
                  </a:lnTo>
                  <a:cubicBezTo>
                    <a:pt x="4912" y="32"/>
                    <a:pt x="5197" y="0"/>
                    <a:pt x="5450" y="0"/>
                  </a:cubicBezTo>
                  <a:lnTo>
                    <a:pt x="5545" y="95"/>
                  </a:lnTo>
                  <a:cubicBezTo>
                    <a:pt x="5767" y="888"/>
                    <a:pt x="5672" y="1680"/>
                    <a:pt x="5640" y="2472"/>
                  </a:cubicBezTo>
                  <a:cubicBezTo>
                    <a:pt x="5609" y="2757"/>
                    <a:pt x="5387" y="2947"/>
                    <a:pt x="5133" y="2979"/>
                  </a:cubicBezTo>
                  <a:cubicBezTo>
                    <a:pt x="3486" y="3042"/>
                    <a:pt x="1838" y="3042"/>
                    <a:pt x="190" y="2916"/>
                  </a:cubicBezTo>
                  <a:cubicBezTo>
                    <a:pt x="95" y="2916"/>
                    <a:pt x="63" y="2884"/>
                    <a:pt x="0" y="2820"/>
                  </a:cubicBezTo>
                  <a:cubicBezTo>
                    <a:pt x="0" y="2820"/>
                    <a:pt x="0" y="2789"/>
                    <a:pt x="0" y="27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70;p34">
              <a:extLst>
                <a:ext uri="{FF2B5EF4-FFF2-40B4-BE49-F238E27FC236}">
                  <a16:creationId xmlns:a16="http://schemas.microsoft.com/office/drawing/2014/main" id="{FE83AF1B-31A5-44F8-8C7F-91AB8FAF2492}"/>
                </a:ext>
              </a:extLst>
            </p:cNvPr>
            <p:cNvSpPr/>
            <p:nvPr/>
          </p:nvSpPr>
          <p:spPr>
            <a:xfrm>
              <a:off x="4334677" y="1932181"/>
              <a:ext cx="63784" cy="58724"/>
            </a:xfrm>
            <a:custGeom>
              <a:avLst/>
              <a:gdLst/>
              <a:ahLst/>
              <a:cxnLst/>
              <a:rect l="l" t="t" r="r" b="b"/>
              <a:pathLst>
                <a:path w="3202" h="2948" extrusionOk="0">
                  <a:moveTo>
                    <a:pt x="3201" y="2726"/>
                  </a:moveTo>
                  <a:lnTo>
                    <a:pt x="3201" y="2853"/>
                  </a:lnTo>
                  <a:cubicBezTo>
                    <a:pt x="2377" y="2948"/>
                    <a:pt x="1554" y="2948"/>
                    <a:pt x="761" y="2884"/>
                  </a:cubicBezTo>
                  <a:cubicBezTo>
                    <a:pt x="508" y="2884"/>
                    <a:pt x="318" y="2726"/>
                    <a:pt x="286" y="2504"/>
                  </a:cubicBezTo>
                  <a:cubicBezTo>
                    <a:pt x="191" y="1680"/>
                    <a:pt x="1" y="825"/>
                    <a:pt x="413" y="33"/>
                  </a:cubicBezTo>
                  <a:lnTo>
                    <a:pt x="413" y="1"/>
                  </a:lnTo>
                  <a:cubicBezTo>
                    <a:pt x="1205" y="1"/>
                    <a:pt x="1965" y="33"/>
                    <a:pt x="2726" y="1"/>
                  </a:cubicBezTo>
                  <a:cubicBezTo>
                    <a:pt x="3075" y="1"/>
                    <a:pt x="3201" y="128"/>
                    <a:pt x="3201" y="476"/>
                  </a:cubicBezTo>
                  <a:cubicBezTo>
                    <a:pt x="3170" y="1237"/>
                    <a:pt x="3201" y="1997"/>
                    <a:pt x="3201" y="272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71;p34">
              <a:extLst>
                <a:ext uri="{FF2B5EF4-FFF2-40B4-BE49-F238E27FC236}">
                  <a16:creationId xmlns:a16="http://schemas.microsoft.com/office/drawing/2014/main" id="{000DF059-C31E-458E-ACC0-B678E82A58F8}"/>
                </a:ext>
              </a:extLst>
            </p:cNvPr>
            <p:cNvSpPr/>
            <p:nvPr/>
          </p:nvSpPr>
          <p:spPr>
            <a:xfrm>
              <a:off x="4500690" y="2041382"/>
              <a:ext cx="59362" cy="53684"/>
            </a:xfrm>
            <a:custGeom>
              <a:avLst/>
              <a:gdLst/>
              <a:ahLst/>
              <a:cxnLst/>
              <a:rect l="l" t="t" r="r" b="b"/>
              <a:pathLst>
                <a:path w="2980" h="2695" extrusionOk="0">
                  <a:moveTo>
                    <a:pt x="2979" y="32"/>
                  </a:moveTo>
                  <a:lnTo>
                    <a:pt x="2979" y="1934"/>
                  </a:lnTo>
                  <a:cubicBezTo>
                    <a:pt x="2979" y="2663"/>
                    <a:pt x="2979" y="2663"/>
                    <a:pt x="2282" y="2694"/>
                  </a:cubicBezTo>
                  <a:lnTo>
                    <a:pt x="318" y="2694"/>
                  </a:lnTo>
                  <a:cubicBezTo>
                    <a:pt x="1" y="1839"/>
                    <a:pt x="1" y="888"/>
                    <a:pt x="318" y="32"/>
                  </a:cubicBezTo>
                  <a:lnTo>
                    <a:pt x="3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72;p34">
              <a:extLst>
                <a:ext uri="{FF2B5EF4-FFF2-40B4-BE49-F238E27FC236}">
                  <a16:creationId xmlns:a16="http://schemas.microsoft.com/office/drawing/2014/main" id="{0454D600-2806-42E2-9C80-97253EEDC7E7}"/>
                </a:ext>
              </a:extLst>
            </p:cNvPr>
            <p:cNvSpPr/>
            <p:nvPr/>
          </p:nvSpPr>
          <p:spPr>
            <a:xfrm>
              <a:off x="4671763" y="1932818"/>
              <a:ext cx="61234" cy="60617"/>
            </a:xfrm>
            <a:custGeom>
              <a:avLst/>
              <a:gdLst/>
              <a:ahLst/>
              <a:cxnLst/>
              <a:rect l="l" t="t" r="r" b="b"/>
              <a:pathLst>
                <a:path w="3074" h="3043" extrusionOk="0">
                  <a:moveTo>
                    <a:pt x="0" y="2662"/>
                  </a:moveTo>
                  <a:lnTo>
                    <a:pt x="0" y="476"/>
                  </a:lnTo>
                  <a:cubicBezTo>
                    <a:pt x="0" y="1"/>
                    <a:pt x="0" y="1"/>
                    <a:pt x="475" y="1"/>
                  </a:cubicBezTo>
                  <a:lnTo>
                    <a:pt x="2630" y="1"/>
                  </a:lnTo>
                  <a:lnTo>
                    <a:pt x="2662" y="32"/>
                  </a:lnTo>
                  <a:cubicBezTo>
                    <a:pt x="3074" y="824"/>
                    <a:pt x="2852" y="1648"/>
                    <a:pt x="2789" y="2472"/>
                  </a:cubicBezTo>
                  <a:cubicBezTo>
                    <a:pt x="2757" y="2662"/>
                    <a:pt x="2598" y="2821"/>
                    <a:pt x="2408" y="2821"/>
                  </a:cubicBezTo>
                  <a:cubicBezTo>
                    <a:pt x="1616" y="2884"/>
                    <a:pt x="792" y="3043"/>
                    <a:pt x="0" y="26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73;p34">
              <a:extLst>
                <a:ext uri="{FF2B5EF4-FFF2-40B4-BE49-F238E27FC236}">
                  <a16:creationId xmlns:a16="http://schemas.microsoft.com/office/drawing/2014/main" id="{03037A60-2A16-4655-9889-1E42DEC35AC1}"/>
                </a:ext>
              </a:extLst>
            </p:cNvPr>
            <p:cNvSpPr/>
            <p:nvPr/>
          </p:nvSpPr>
          <p:spPr>
            <a:xfrm>
              <a:off x="4289877" y="1932181"/>
              <a:ext cx="216510" cy="218423"/>
            </a:xfrm>
            <a:custGeom>
              <a:avLst/>
              <a:gdLst/>
              <a:ahLst/>
              <a:cxnLst/>
              <a:rect l="l" t="t" r="r" b="b"/>
              <a:pathLst>
                <a:path w="10869" h="10965" extrusionOk="0">
                  <a:moveTo>
                    <a:pt x="10869" y="5514"/>
                  </a:moveTo>
                  <a:lnTo>
                    <a:pt x="10869" y="8176"/>
                  </a:lnTo>
                  <a:lnTo>
                    <a:pt x="8651" y="8176"/>
                  </a:lnTo>
                  <a:cubicBezTo>
                    <a:pt x="8461" y="8176"/>
                    <a:pt x="8239" y="8081"/>
                    <a:pt x="8112" y="8303"/>
                  </a:cubicBezTo>
                  <a:cubicBezTo>
                    <a:pt x="8112" y="9190"/>
                    <a:pt x="8112" y="10077"/>
                    <a:pt x="8112" y="10965"/>
                  </a:cubicBezTo>
                  <a:lnTo>
                    <a:pt x="5450" y="10965"/>
                  </a:lnTo>
                  <a:lnTo>
                    <a:pt x="5450" y="8683"/>
                  </a:lnTo>
                  <a:cubicBezTo>
                    <a:pt x="5450" y="8240"/>
                    <a:pt x="5419" y="8208"/>
                    <a:pt x="4943" y="8208"/>
                  </a:cubicBezTo>
                  <a:lnTo>
                    <a:pt x="3137" y="8208"/>
                  </a:lnTo>
                  <a:cubicBezTo>
                    <a:pt x="2662" y="8208"/>
                    <a:pt x="2662" y="8208"/>
                    <a:pt x="2662" y="7733"/>
                  </a:cubicBezTo>
                  <a:lnTo>
                    <a:pt x="2662" y="5926"/>
                  </a:lnTo>
                  <a:cubicBezTo>
                    <a:pt x="2662" y="5610"/>
                    <a:pt x="2567" y="5483"/>
                    <a:pt x="2250" y="5514"/>
                  </a:cubicBezTo>
                  <a:lnTo>
                    <a:pt x="0" y="5514"/>
                  </a:lnTo>
                  <a:lnTo>
                    <a:pt x="0" y="540"/>
                  </a:lnTo>
                  <a:cubicBezTo>
                    <a:pt x="0" y="33"/>
                    <a:pt x="0" y="1"/>
                    <a:pt x="507" y="1"/>
                  </a:cubicBezTo>
                  <a:cubicBezTo>
                    <a:pt x="1236" y="1"/>
                    <a:pt x="1965" y="33"/>
                    <a:pt x="2693" y="33"/>
                  </a:cubicBezTo>
                  <a:lnTo>
                    <a:pt x="2693" y="2219"/>
                  </a:lnTo>
                  <a:cubicBezTo>
                    <a:pt x="2693" y="2726"/>
                    <a:pt x="2693" y="2726"/>
                    <a:pt x="3169" y="2726"/>
                  </a:cubicBezTo>
                  <a:lnTo>
                    <a:pt x="4975" y="2726"/>
                  </a:lnTo>
                  <a:cubicBezTo>
                    <a:pt x="5133" y="2726"/>
                    <a:pt x="5324" y="2758"/>
                    <a:pt x="5482" y="2821"/>
                  </a:cubicBezTo>
                  <a:lnTo>
                    <a:pt x="5482" y="5007"/>
                  </a:lnTo>
                  <a:cubicBezTo>
                    <a:pt x="5482" y="5483"/>
                    <a:pt x="5482" y="5483"/>
                    <a:pt x="5957" y="5483"/>
                  </a:cubicBezTo>
                  <a:lnTo>
                    <a:pt x="10647" y="54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74;p34">
              <a:extLst>
                <a:ext uri="{FF2B5EF4-FFF2-40B4-BE49-F238E27FC236}">
                  <a16:creationId xmlns:a16="http://schemas.microsoft.com/office/drawing/2014/main" id="{1F06CD2C-1709-4497-8323-2CFA5AE6AE36}"/>
                </a:ext>
              </a:extLst>
            </p:cNvPr>
            <p:cNvSpPr/>
            <p:nvPr/>
          </p:nvSpPr>
          <p:spPr>
            <a:xfrm>
              <a:off x="4562562" y="1932181"/>
              <a:ext cx="217148" cy="217805"/>
            </a:xfrm>
            <a:custGeom>
              <a:avLst/>
              <a:gdLst/>
              <a:ahLst/>
              <a:cxnLst/>
              <a:rect l="l" t="t" r="r" b="b"/>
              <a:pathLst>
                <a:path w="10901" h="10934" extrusionOk="0">
                  <a:moveTo>
                    <a:pt x="5482" y="2726"/>
                  </a:moveTo>
                  <a:lnTo>
                    <a:pt x="7447" y="2726"/>
                  </a:lnTo>
                  <a:cubicBezTo>
                    <a:pt x="8112" y="2726"/>
                    <a:pt x="8112" y="2726"/>
                    <a:pt x="8112" y="2092"/>
                  </a:cubicBezTo>
                  <a:lnTo>
                    <a:pt x="8112" y="33"/>
                  </a:lnTo>
                  <a:cubicBezTo>
                    <a:pt x="8873" y="33"/>
                    <a:pt x="9601" y="1"/>
                    <a:pt x="10362" y="1"/>
                  </a:cubicBezTo>
                  <a:cubicBezTo>
                    <a:pt x="10869" y="1"/>
                    <a:pt x="10869" y="1"/>
                    <a:pt x="10901" y="508"/>
                  </a:cubicBezTo>
                  <a:lnTo>
                    <a:pt x="10901" y="4627"/>
                  </a:lnTo>
                  <a:lnTo>
                    <a:pt x="10901" y="5483"/>
                  </a:lnTo>
                  <a:lnTo>
                    <a:pt x="8524" y="5483"/>
                  </a:lnTo>
                  <a:cubicBezTo>
                    <a:pt x="8207" y="5483"/>
                    <a:pt x="8080" y="5610"/>
                    <a:pt x="8080" y="5926"/>
                  </a:cubicBezTo>
                  <a:lnTo>
                    <a:pt x="8080" y="7701"/>
                  </a:lnTo>
                  <a:cubicBezTo>
                    <a:pt x="8080" y="8176"/>
                    <a:pt x="8080" y="8176"/>
                    <a:pt x="7605" y="8176"/>
                  </a:cubicBezTo>
                  <a:lnTo>
                    <a:pt x="5767" y="8176"/>
                  </a:lnTo>
                  <a:cubicBezTo>
                    <a:pt x="5640" y="8176"/>
                    <a:pt x="5545" y="8176"/>
                    <a:pt x="5450" y="8271"/>
                  </a:cubicBezTo>
                  <a:cubicBezTo>
                    <a:pt x="5387" y="9159"/>
                    <a:pt x="5355" y="10046"/>
                    <a:pt x="5419" y="10933"/>
                  </a:cubicBezTo>
                  <a:lnTo>
                    <a:pt x="2662" y="10933"/>
                  </a:lnTo>
                  <a:lnTo>
                    <a:pt x="2662" y="8303"/>
                  </a:lnTo>
                  <a:cubicBezTo>
                    <a:pt x="2567" y="8081"/>
                    <a:pt x="2345" y="8145"/>
                    <a:pt x="2187" y="8145"/>
                  </a:cubicBezTo>
                  <a:lnTo>
                    <a:pt x="475" y="8145"/>
                  </a:lnTo>
                  <a:cubicBezTo>
                    <a:pt x="127" y="8145"/>
                    <a:pt x="0" y="8049"/>
                    <a:pt x="0" y="7701"/>
                  </a:cubicBezTo>
                  <a:lnTo>
                    <a:pt x="0" y="5514"/>
                  </a:lnTo>
                  <a:lnTo>
                    <a:pt x="3929" y="5483"/>
                  </a:lnTo>
                  <a:lnTo>
                    <a:pt x="4848" y="5483"/>
                  </a:lnTo>
                  <a:cubicBezTo>
                    <a:pt x="5450" y="5483"/>
                    <a:pt x="5419" y="5483"/>
                    <a:pt x="5450" y="4912"/>
                  </a:cubicBezTo>
                  <a:cubicBezTo>
                    <a:pt x="5482" y="4184"/>
                    <a:pt x="5387" y="3455"/>
                    <a:pt x="5482" y="27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75;p34">
              <a:extLst>
                <a:ext uri="{FF2B5EF4-FFF2-40B4-BE49-F238E27FC236}">
                  <a16:creationId xmlns:a16="http://schemas.microsoft.com/office/drawing/2014/main" id="{C61E5D73-FEB8-440A-92E0-F8D7A69606AC}"/>
                </a:ext>
              </a:extLst>
            </p:cNvPr>
            <p:cNvSpPr/>
            <p:nvPr/>
          </p:nvSpPr>
          <p:spPr>
            <a:xfrm>
              <a:off x="4943811" y="1225220"/>
              <a:ext cx="106692" cy="162248"/>
            </a:xfrm>
            <a:custGeom>
              <a:avLst/>
              <a:gdLst/>
              <a:ahLst/>
              <a:cxnLst/>
              <a:rect l="l" t="t" r="r" b="b"/>
              <a:pathLst>
                <a:path w="5356" h="8145" extrusionOk="0">
                  <a:moveTo>
                    <a:pt x="2726" y="8144"/>
                  </a:moveTo>
                  <a:lnTo>
                    <a:pt x="2694" y="3613"/>
                  </a:lnTo>
                  <a:lnTo>
                    <a:pt x="2694" y="3169"/>
                  </a:lnTo>
                  <a:cubicBezTo>
                    <a:pt x="2694" y="2694"/>
                    <a:pt x="2662" y="2662"/>
                    <a:pt x="2219" y="2662"/>
                  </a:cubicBezTo>
                  <a:lnTo>
                    <a:pt x="476" y="2662"/>
                  </a:lnTo>
                  <a:cubicBezTo>
                    <a:pt x="127" y="2662"/>
                    <a:pt x="0" y="2536"/>
                    <a:pt x="0" y="2187"/>
                  </a:cubicBezTo>
                  <a:lnTo>
                    <a:pt x="0" y="476"/>
                  </a:lnTo>
                  <a:cubicBezTo>
                    <a:pt x="0" y="1"/>
                    <a:pt x="32" y="1"/>
                    <a:pt x="539" y="1"/>
                  </a:cubicBezTo>
                  <a:lnTo>
                    <a:pt x="4785" y="1"/>
                  </a:lnTo>
                  <a:cubicBezTo>
                    <a:pt x="5324" y="1"/>
                    <a:pt x="5356" y="1"/>
                    <a:pt x="5356" y="603"/>
                  </a:cubicBezTo>
                  <a:lnTo>
                    <a:pt x="5356" y="8113"/>
                  </a:lnTo>
                  <a:close/>
                </a:path>
              </a:pathLst>
            </a:custGeom>
            <a:solidFill>
              <a:srgbClr val="A166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irefighter CV by Slidesgo">
  <a:themeElements>
    <a:clrScheme name="Simple Light">
      <a:dk1>
        <a:srgbClr val="1D2220"/>
      </a:dk1>
      <a:lt1>
        <a:srgbClr val="FFFFFF"/>
      </a:lt1>
      <a:dk2>
        <a:srgbClr val="303A37"/>
      </a:dk2>
      <a:lt2>
        <a:srgbClr val="1F1E32"/>
      </a:lt2>
      <a:accent1>
        <a:srgbClr val="A53030"/>
      </a:accent1>
      <a:accent2>
        <a:srgbClr val="D96A29"/>
      </a:accent2>
      <a:accent3>
        <a:srgbClr val="E6B32D"/>
      </a:accent3>
      <a:accent4>
        <a:srgbClr val="48652D"/>
      </a:accent4>
      <a:accent5>
        <a:srgbClr val="93D94E"/>
      </a:accent5>
      <a:accent6>
        <a:srgbClr val="488774"/>
      </a:accent6>
      <a:hlink>
        <a:srgbClr val="93D9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342</Words>
  <Application>Microsoft Office PowerPoint</Application>
  <PresentationFormat>Apresentação no Ecrã (16:9)</PresentationFormat>
  <Paragraphs>62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3" baseType="lpstr">
      <vt:lpstr>Arial</vt:lpstr>
      <vt:lpstr>Fredoka One</vt:lpstr>
      <vt:lpstr>VT323</vt:lpstr>
      <vt:lpstr>Palanquin Dark</vt:lpstr>
      <vt:lpstr>Roboto Condensed Light</vt:lpstr>
      <vt:lpstr>Firefighter CV by Slidesgo</vt:lpstr>
      <vt:lpstr>AGENTES RACIONAIS</vt:lpstr>
      <vt:lpstr>OBJETIVO &amp; DESCRIÇÃO</vt:lpstr>
      <vt:lpstr>MODELO BASE</vt:lpstr>
      <vt:lpstr>02</vt:lpstr>
      <vt:lpstr>EXPERIÊNCIAS</vt:lpstr>
      <vt:lpstr>RESULTADOS</vt:lpstr>
      <vt:lpstr>Realizado Por: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RACIONAIS</dc:title>
  <dc:creator>Utilizador</dc:creator>
  <cp:lastModifiedBy>Artur Falcão</cp:lastModifiedBy>
  <cp:revision>17</cp:revision>
  <dcterms:modified xsi:type="dcterms:W3CDTF">2025-10-19T22:24:30Z</dcterms:modified>
</cp:coreProperties>
</file>
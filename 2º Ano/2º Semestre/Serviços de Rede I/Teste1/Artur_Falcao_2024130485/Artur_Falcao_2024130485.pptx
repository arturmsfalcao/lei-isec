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4" r:id="rId7"/>
    <p:sldId id="262" r:id="rId8"/>
    <p:sldId id="260" r:id="rId9"/>
    <p:sldId id="265" r:id="rId10"/>
    <p:sldId id="263" r:id="rId11"/>
    <p:sldId id="268" r:id="rId12"/>
    <p:sldId id="267" r:id="rId13"/>
    <p:sldId id="266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331C-F5FE-D4EB-D8E7-F3F135C17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CFF4B-B7FF-6B3E-8219-4251A8E19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A6627-CD3A-D7EC-AEDA-2F10ABA7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3FBD2-25F3-0590-0601-B4FE1589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06943-595D-8558-AAA3-4B73AA2F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508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E1C1-3322-44E0-D623-6587A55F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C5E92-1651-F12C-D66E-881ABA18E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D2244-07F8-DC1B-6F24-84954251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32261-A7A7-75EE-A37A-8D2D8DC9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936A5-77F6-2735-3A72-5280CF2A6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766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76A93-3596-47D1-4742-D5ED59156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BDB88-A338-1CF6-26F1-1D42D6B2B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A3071-1422-9666-1A14-629A2F38B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8B178-9ED2-A982-26BD-55D909C0E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F9A66-15D3-6738-B8F9-A6152A13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201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BAF6-F5DC-0D4D-A752-EAB54688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6A96-56C6-C1BD-2E6A-9DB9B4CF9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3AAFE-B1E5-2450-8F1F-05EBE4F76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7BEDF-15C6-FE81-62C6-32FD68954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D2B93-A14F-20BF-215E-ADA1C0F1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DF66E-805E-62FA-11C8-68495B1C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701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04D3-19BA-03F7-DFB2-8A175FC3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80397-606B-9365-0F89-679295B93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470C4-29D9-8196-6FD8-276F48627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1ED81-E7D3-0932-850E-36901A604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7B7ED1-C13F-D764-8D95-67D4D9F3C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1AE8F-22EF-D12D-437D-4981D014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03CA1-1530-DEC8-4B93-015EE146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861A97-1377-0AFE-D5D2-BA1B4214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252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8BA0A-D78B-D2C1-9FE1-3011307B1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CBDD3-47FF-FD39-767A-C770F4A2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93CED-6F54-391E-7CC0-21CD0603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C38FC-A97E-49EB-C29D-DF701E95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046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AB965-AB65-9589-CB6F-D0FFB70E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2BC33-A55B-C5DF-6E94-110CA6E66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436E2-56B3-8BC0-455C-F2E94B1B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396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BE34-2661-8B7E-EF54-BD6C2234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30733-7112-2615-6E4A-50359621D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A2D07-54C1-AF02-7B4A-80BF8BA21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BE403-DCB5-BA11-28C2-7C94ECE7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B98E3-520E-942C-E517-133A39C5C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3C776-2ADA-FA4C-8E23-52189A686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356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F3EBF-AD7B-4CAA-F384-E4DB511A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270A9-9674-7B79-E6A1-3C05DC603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A15DD-6F31-F1D4-6806-C02414FA9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80D31-7450-A101-A294-32BEF321B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89FA2-1DB9-8346-032C-F51D272B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DC00E-2ADB-3AB6-5838-8126DF0D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4865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E41C5-000E-6B54-38D9-0726FC65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0F5D8-110E-8C32-9193-63CEAFF04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E18B5-30F2-D1BE-71CA-796D54BB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36AB5-23D8-2BB1-1F16-D7236883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F1732-DD4C-6FEF-91D5-3BD2D3463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224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26FA37-2356-4BA4-04F2-482F72E9EE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73F9C-B605-776F-EEE5-B6C885D2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696D0-7941-E6C5-6DD4-4EEDAF38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48B9A-209F-4035-DED1-90A912C3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295D0-7122-D674-9E05-D5046149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141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0A511-AE1E-DA46-04C6-367F73055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FC741-8968-0089-94D6-AD7191266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BF842-8CB9-D92D-AE55-E6DD014FD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F6EBE-E33C-43C1-AFD3-B1B264DBD7B0}" type="datetimeFigureOut">
              <a:rPr lang="pt-PT" smtClean="0"/>
              <a:t>27/03/2026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0C307-0162-9DD8-B4F5-0C146B24F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CF831-33EA-27FD-EEBB-F4DEDAB33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EB352-BE64-4C3A-A904-28FBD286A8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465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63F96-ED43-602C-87EB-E9EB21342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75" y="3065143"/>
            <a:ext cx="12192000" cy="2387600"/>
          </a:xfrm>
        </p:spPr>
        <p:txBody>
          <a:bodyPr>
            <a:normAutofit/>
          </a:bodyPr>
          <a:lstStyle/>
          <a:p>
            <a:r>
              <a:rPr lang="pt-PT" sz="2800" b="1" dirty="0"/>
              <a:t>Artur Meireles de Sousa Falcão</a:t>
            </a:r>
            <a:br>
              <a:rPr lang="pt-PT" sz="2800" b="1" dirty="0"/>
            </a:br>
            <a:r>
              <a:rPr lang="pt-PT" sz="2800" b="1" dirty="0"/>
              <a:t>2024130485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F3C9D-F004-B946-9E34-AF67BABBB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0675" y="2282031"/>
            <a:ext cx="9144000" cy="1655762"/>
          </a:xfrm>
        </p:spPr>
        <p:txBody>
          <a:bodyPr>
            <a:normAutofit/>
          </a:bodyPr>
          <a:lstStyle/>
          <a:p>
            <a:r>
              <a:rPr lang="pt-PT" sz="7200" b="1" dirty="0"/>
              <a:t>Teste 1</a:t>
            </a:r>
          </a:p>
        </p:txBody>
      </p:sp>
      <p:pic>
        <p:nvPicPr>
          <p:cNvPr id="1028" name="Picture 4" descr="Home | Moodle@ISEC">
            <a:extLst>
              <a:ext uri="{FF2B5EF4-FFF2-40B4-BE49-F238E27FC236}">
                <a16:creationId xmlns:a16="http://schemas.microsoft.com/office/drawing/2014/main" id="{B53C441C-FB07-821F-6E83-F2DC5CCE6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152401"/>
            <a:ext cx="2514600" cy="766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041659-0582-CF94-CA22-425561653DCA}"/>
              </a:ext>
            </a:extLst>
          </p:cNvPr>
          <p:cNvSpPr txBox="1"/>
          <p:nvPr/>
        </p:nvSpPr>
        <p:spPr>
          <a:xfrm>
            <a:off x="8696325" y="535724"/>
            <a:ext cx="3943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/>
              <a:t>U.C. Serviços de Rede I - 2025/2026</a:t>
            </a:r>
          </a:p>
        </p:txBody>
      </p:sp>
    </p:spTree>
    <p:extLst>
      <p:ext uri="{BB962C8B-B14F-4D97-AF65-F5344CB8AC3E}">
        <p14:creationId xmlns:p14="http://schemas.microsoft.com/office/powerpoint/2010/main" val="220273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4F8A-2823-ECC7-5D37-27AFDACF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dirty="0"/>
              <a:t>1.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993D55-8B4F-0D9F-D6F0-655B6D19A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951" y="1157142"/>
            <a:ext cx="4801270" cy="2124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167850-44A0-888C-8E6B-838734A2D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911" y="1095221"/>
            <a:ext cx="3934374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23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FCB0-147D-B662-C328-B707CE0DE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35EBD9-2C9D-EF7C-1C8A-862277FBE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040" y="1086644"/>
            <a:ext cx="3866820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7EE7A9-8C14-7B71-ED49-FEF39F006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258" y="1103502"/>
            <a:ext cx="3829584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6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7F8C-ACEC-7646-F5F9-2D340065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3D6E8A-82D7-9206-0DCB-782A82A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872331"/>
            <a:ext cx="7381477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A2FB3F-DE6C-9E7D-DC53-DCD579789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108" y="719137"/>
            <a:ext cx="5468692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F1F7-D628-CF7F-A3F5-60236A30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372A29-662E-958A-A7DC-140140325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804" y="631163"/>
            <a:ext cx="613177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74344-E0C9-66E6-01C3-2D8ECCBA7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609" y="631163"/>
            <a:ext cx="5058481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7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2565-B390-E230-DAE8-95CC7D71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2AF548-3B22-D794-C087-79EF64C4C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3675" y="806450"/>
            <a:ext cx="3899250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CC49B2-CE48-A4CE-1511-0408FD0F8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432" y="813782"/>
            <a:ext cx="3820058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3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3DCA-B964-066A-DAD2-7F5F299A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AD8D9A-9BA3-27D4-7E26-4FF374393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99983"/>
            <a:ext cx="5182323" cy="4315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3F8B37-A2DE-66D2-07BA-DBB70C97B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732" y="709279"/>
            <a:ext cx="4898068" cy="529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18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98F9-2F93-9E93-0B1B-C22DFBBB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4AC09C-00E3-8108-0F19-C82565B6A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159" y="1279525"/>
            <a:ext cx="5058481" cy="4143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E1CD2C-06C3-8320-3127-5BE7F16CB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569" y="1279525"/>
            <a:ext cx="5058481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7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80A5-9A3A-5542-6B60-CC55EFF6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50C7E5-D9E1-C652-8F17-FB15166BD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3073" y="958850"/>
            <a:ext cx="3869953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133F38-D8A1-6267-93B1-3E00D3FC3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963" y="1128257"/>
            <a:ext cx="3400900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6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9567-8546-C698-ECAE-E21815F2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680991-C41B-748E-3CBD-76AF1C34F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049" y="719138"/>
            <a:ext cx="3964552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6C2350-E7EC-02E4-681B-0AD53EC63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1181100"/>
            <a:ext cx="6287377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0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5A7B-236B-11EB-715E-8EA0281A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5.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10E950-E9A1-97D1-2881-4EE79D358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099" y="1991266"/>
            <a:ext cx="5943975" cy="400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39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C594-DFC0-B9D1-349A-071D6564A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6.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95B056-E7A5-E967-3B06-56D2DCE85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7182" y="520700"/>
            <a:ext cx="4752368" cy="610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17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5A73-EC33-E9DA-7C92-488FF601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7.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D2AE9-2531-36E3-BF41-82CAE74D1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96" y="2135647"/>
            <a:ext cx="9782404" cy="208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77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33</Words>
  <Application>Microsoft Office PowerPoint</Application>
  <PresentationFormat>Widescreen</PresentationFormat>
  <Paragraphs>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Artur Meireles de Sousa Falcão 2024130485</vt:lpstr>
      <vt:lpstr>1. </vt:lpstr>
      <vt:lpstr>2.</vt:lpstr>
      <vt:lpstr>PowerPoint Presentation</vt:lpstr>
      <vt:lpstr>3.</vt:lpstr>
      <vt:lpstr>PowerPoint Presentation</vt:lpstr>
      <vt:lpstr>PowerPoint Presentation</vt:lpstr>
      <vt:lpstr>4.</vt:lpstr>
      <vt:lpstr>PowerPoint Presentation</vt:lpstr>
      <vt:lpstr>PowerPoint Presentation</vt:lpstr>
      <vt:lpstr>5.</vt:lpstr>
      <vt:lpstr>6.</vt:lpstr>
      <vt:lpstr>7.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Artur Meireles de Sousa Falcão</dc:creator>
  <cp:lastModifiedBy>Artur Meireles de Sousa Falcão</cp:lastModifiedBy>
  <cp:revision>4</cp:revision>
  <dcterms:created xsi:type="dcterms:W3CDTF">2026-03-27T13:10:29Z</dcterms:created>
  <dcterms:modified xsi:type="dcterms:W3CDTF">2026-03-27T15:07:25Z</dcterms:modified>
</cp:coreProperties>
</file>
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57" r:id="rId3"/>
    <p:sldId id="256" r:id="rId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35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DA60E-0149-480F-B09E-8248A925EAA5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E6277-3218-4975-8372-FABAF318C3E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6868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E6277-3218-4975-8372-FABAF318C3E2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8352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EF776-92DB-CF72-4A0C-011576DA6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8E4021-3ECD-49A2-8A6C-51E841846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BCB47E9-2B47-938D-0DC5-B56DCEF34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63D1-F2BE-48C2-AB26-006B2F24076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45FB437-3586-89B2-2233-AD18633B3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B6F8218-45F8-E14D-D419-957D6BC4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2C00-0BAA-4A0D-B391-CD3B773E22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91020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8B482-8162-7718-C2B9-AD72EF08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8956B19-33EF-804C-7A25-43729A48A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609ECE4-8E47-D1F2-753E-671B43D69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63D1-F2BE-48C2-AB26-006B2F24076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5E9F574-29FF-CFA0-B620-13CF670E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B895AFA-7C6E-ADFA-66D3-330158AE4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2C00-0BAA-4A0D-B391-CD3B773E22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91226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F764F-F7FC-A47D-3EF6-E509566F9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8A05692-F77D-0AC6-2E0B-6B9DBDDA5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319D91A-94E6-ABAC-C04C-ED89EBAE1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63D1-F2BE-48C2-AB26-006B2F24076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16537EF-54C7-34AF-C400-07A58C9D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7D5BF67-2502-56FE-D385-FDF95E3FB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2C00-0BAA-4A0D-B391-CD3B773E22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70145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427E4-E947-8F3C-D1EC-50BB27400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BFC1400-66BF-2E07-BD71-0564A9F61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AD1EA01-2396-3415-781E-706BCB4C7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33DCEAB-19F8-D1AB-104E-88C43A985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63D1-F2BE-48C2-AB26-006B2F24076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40E516F-3D23-81FC-B218-7A9DED93C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368DB4B-B8AF-FE01-B4BE-0618B8C78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2C00-0BAA-4A0D-B391-CD3B773E22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80407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DBAED2-B766-B099-FDBC-EC2A8A023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0A8825C-8503-B0B0-7049-73FEA0F67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87BE803-B3F2-225E-6753-B6DDA9E17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C1BA5BF5-5B8F-4534-2D3E-E55D6BDE1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E49860AB-FFB6-CB4A-EB16-786C2C0D2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71802D8F-4B90-295E-50C5-35CF8A431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63D1-F2BE-48C2-AB26-006B2F24076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918D4E1-6FB6-3F3C-9DE2-F2041AC3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CE1AA0E8-3E3D-3E8A-2033-3149F5F6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2C00-0BAA-4A0D-B391-CD3B773E22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9101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DAAA2-0366-07F4-B31C-A80A15B50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CC85D4B3-B879-2C84-B5BA-0292CAEFB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63D1-F2BE-48C2-AB26-006B2F24076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9CDB8A73-3DBA-11EE-EE85-0DBE9163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8ADDE6BC-2426-93D5-E8EB-5F842E6A5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2C00-0BAA-4A0D-B391-CD3B773E22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82014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92661CD8-9AC5-0E7B-5032-B83476D4C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63D1-F2BE-48C2-AB26-006B2F24076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7CE21FC9-BFD3-9510-CB1E-D3BE7C4C1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8DB4740-ECF8-7C3C-3ECA-30577005D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2C00-0BAA-4A0D-B391-CD3B773E22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34154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B4A9E-1803-EBCA-BDD3-021D0A900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75FD46C-7B40-00FF-35D6-0F98FE3FB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690D641D-8AB8-BA5A-B5A4-0B13CB69C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C98E7E6-63B2-04D4-1A81-E9C1AB2D1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63D1-F2BE-48C2-AB26-006B2F24076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70327897-3A88-3C84-D40A-50A77E038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34F9775-BC46-9D1E-1AEB-082DD5710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2C00-0BAA-4A0D-B391-CD3B773E22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9210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CB416-C8FF-9012-023C-6F6F8F9C2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FF3F57DF-9A5E-C35B-A13D-F6659E5E6F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74CAFCDC-C2C5-85D2-EFEF-B084EB5B1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F7A629E-D559-94D4-8822-ED0AF2EB8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63D1-F2BE-48C2-AB26-006B2F24076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CA1FACD-B609-115D-524E-2AA77679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77D134B-649C-8C2E-773A-1932F3D4B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2C00-0BAA-4A0D-B391-CD3B773E22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83511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3C41FF-BE2C-5DA9-E3BC-8405C4964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1E552899-7D88-DB17-6B9F-16D72A954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9DEEC9A-27E1-227D-F392-9E801069D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63D1-F2BE-48C2-AB26-006B2F24076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B788B8A-E8A2-2741-E37E-68597A09B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48ED232-69B5-4FA3-96AC-8D17B0D0A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2C00-0BAA-4A0D-B391-CD3B773E22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2955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5E82CF-0188-0673-B5BF-BC162C8C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F32345C-F6F4-1279-51C9-FFB3122EC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C92466D-26C1-D8FC-25AC-12F1A0645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63D1-F2BE-48C2-AB26-006B2F24076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6773655-9D87-BD5B-D3A2-3DFC73B40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8599DD8-2660-123F-177B-8CD44354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2C00-0BAA-4A0D-B391-CD3B773E22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0362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29D40EF7-3630-C3AF-C6DD-64B3B8197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ED249172-EE1A-38C1-347A-8F79A567C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3525B6D-553D-3A05-7B1A-AE5EBA0BB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3763D1-F2BE-48C2-AB26-006B2F24076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D20DBD6-FB50-79E3-4D72-EBB18EF92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543151D-1B58-F858-0157-96CE7D80E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A82C00-0BAA-4A0D-B391-CD3B773E225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286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26B51-26AC-8198-9114-DD5A1B6A6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1651" y="406399"/>
            <a:ext cx="1957859" cy="549275"/>
          </a:xfrm>
        </p:spPr>
        <p:txBody>
          <a:bodyPr>
            <a:normAutofit/>
          </a:bodyPr>
          <a:lstStyle/>
          <a:p>
            <a:r>
              <a:rPr lang="pt-PT" sz="1600" b="1" dirty="0">
                <a:latin typeface="Bahnschrift SemiBold SemiConden" panose="020B0502040204020203" pitchFamily="34" charset="0"/>
              </a:rPr>
              <a:t>U.C.: Gestão 2025/2026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EF51C0A-486B-7CBD-467B-AD23C60FD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8748" y="4190352"/>
            <a:ext cx="2794503" cy="1299173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pt-PT" sz="1500" b="1" dirty="0">
                <a:latin typeface="Bahnschrift SemiBold SemiConden" panose="020B0502040204020203" pitchFamily="34" charset="0"/>
              </a:rPr>
              <a:t>Licenciatura em Engenharia Informática</a:t>
            </a:r>
          </a:p>
          <a:p>
            <a:pPr marL="0" indent="0" algn="ctr">
              <a:buNone/>
            </a:pPr>
            <a:r>
              <a:rPr lang="pt-PT" sz="1050" b="1" dirty="0">
                <a:latin typeface="Bahnschrift SemiBold SemiConden" panose="020B0502040204020203" pitchFamily="34" charset="0"/>
              </a:rPr>
              <a:t>Artur Meireles de Sousa Falcão – 2024130485</a:t>
            </a:r>
          </a:p>
          <a:p>
            <a:pPr marL="0" indent="0" algn="ctr">
              <a:buNone/>
            </a:pPr>
            <a:r>
              <a:rPr lang="pt-PT" sz="1050" b="1" dirty="0">
                <a:latin typeface="Bahnschrift SemiBold SemiConden" panose="020B0502040204020203" pitchFamily="34" charset="0"/>
              </a:rPr>
              <a:t>Gabriel Cardoso Rodrigues – 2024133397</a:t>
            </a:r>
          </a:p>
          <a:p>
            <a:pPr marL="0" indent="0" algn="ctr">
              <a:buNone/>
            </a:pPr>
            <a:r>
              <a:rPr lang="pt-PT" sz="1050" b="1" dirty="0">
                <a:latin typeface="Bahnschrift SemiBold SemiConden" panose="020B0502040204020203" pitchFamily="34" charset="0"/>
              </a:rPr>
              <a:t>Luís Filipe Pereira Sampaio – 2024139767</a:t>
            </a:r>
          </a:p>
          <a:p>
            <a:pPr marL="0" indent="0" algn="ctr">
              <a:buNone/>
            </a:pPr>
            <a:r>
              <a:rPr lang="pt-PT" sz="1050" b="1" dirty="0">
                <a:latin typeface="Bahnschrift SemiBold SemiConden" panose="020B0502040204020203" pitchFamily="34" charset="0"/>
              </a:rPr>
              <a:t>Daniel </a:t>
            </a:r>
            <a:r>
              <a:rPr lang="pt-PT" sz="1050" b="1" dirty="0" err="1">
                <a:latin typeface="Bahnschrift SemiBold SemiConden" panose="020B0502040204020203" pitchFamily="34" charset="0"/>
              </a:rPr>
              <a:t>Estaba</a:t>
            </a:r>
            <a:r>
              <a:rPr lang="pt-PT" sz="1050" b="1" dirty="0">
                <a:latin typeface="Bahnschrift SemiBold SemiConden" panose="020B0502040204020203" pitchFamily="34" charset="0"/>
              </a:rPr>
              <a:t> Carreira – 2021148392 </a:t>
            </a:r>
          </a:p>
          <a:p>
            <a:pPr marL="0" indent="0" algn="ctr">
              <a:buNone/>
            </a:pPr>
            <a:r>
              <a:rPr lang="pt-PT" sz="1050" b="1" dirty="0" err="1">
                <a:latin typeface="Bahnschrift SemiBold SemiConden" panose="020B0502040204020203" pitchFamily="34" charset="0"/>
              </a:rPr>
              <a:t>Tymofii</a:t>
            </a:r>
            <a:r>
              <a:rPr lang="pt-PT" sz="1050" b="1" dirty="0">
                <a:latin typeface="Bahnschrift SemiBold SemiConden" panose="020B0502040204020203" pitchFamily="34" charset="0"/>
              </a:rPr>
              <a:t> </a:t>
            </a:r>
            <a:r>
              <a:rPr lang="pt-PT" sz="1050" b="1" dirty="0" err="1">
                <a:latin typeface="Bahnschrift SemiBold SemiConden" panose="020B0502040204020203" pitchFamily="34" charset="0"/>
              </a:rPr>
              <a:t>Drohin</a:t>
            </a:r>
            <a:r>
              <a:rPr lang="pt-PT" sz="1050" b="1" dirty="0">
                <a:latin typeface="Bahnschrift SemiBold SemiConden" panose="020B0502040204020203" pitchFamily="34" charset="0"/>
              </a:rPr>
              <a:t> – 2022161633 </a:t>
            </a:r>
          </a:p>
        </p:txBody>
      </p:sp>
      <p:pic>
        <p:nvPicPr>
          <p:cNvPr id="2050" name="Picture 2" descr="Instituto Superior de Engenharia de Coimbra – Wikipédia, a enciclopédia  livre">
            <a:extLst>
              <a:ext uri="{FF2B5EF4-FFF2-40B4-BE49-F238E27FC236}">
                <a16:creationId xmlns:a16="http://schemas.microsoft.com/office/drawing/2014/main" id="{C5847B36-A4E7-C224-7116-65649AF28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90" y="187000"/>
            <a:ext cx="1444829" cy="988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19D81C2-2204-094E-4917-67F38A29B2BC}"/>
              </a:ext>
            </a:extLst>
          </p:cNvPr>
          <p:cNvSpPr txBox="1"/>
          <p:nvPr/>
        </p:nvSpPr>
        <p:spPr>
          <a:xfrm>
            <a:off x="0" y="1511184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7200" b="1" i="1" dirty="0" err="1">
                <a:latin typeface="Bahnschrift Condensed" panose="020B0502040204020203" pitchFamily="34" charset="0"/>
              </a:rPr>
              <a:t>BiteSafe</a:t>
            </a:r>
            <a:endParaRPr lang="pt-PT" sz="7200" b="1" dirty="0">
              <a:latin typeface="Bahnschrift Condensed" panose="020B0502040204020203" pitchFamily="34" charset="0"/>
            </a:endParaRPr>
          </a:p>
          <a:p>
            <a:pPr algn="ctr"/>
            <a:r>
              <a:rPr lang="pt-PT" sz="6000" dirty="0">
                <a:latin typeface="Bahnschrift Condensed" panose="020B0502040204020203" pitchFamily="34" charset="0"/>
              </a:rPr>
              <a:t>Porque nem toda a fome é tua.</a:t>
            </a:r>
          </a:p>
        </p:txBody>
      </p:sp>
      <p:pic>
        <p:nvPicPr>
          <p:cNvPr id="2052" name="Picture 4" descr="3d Engraçado Cartoon Ladrão a Segurar Um Hambúrguer De Queijo Ilustração  Stock - Ilustração de alimento, criminoso: 110049597">
            <a:extLst>
              <a:ext uri="{FF2B5EF4-FFF2-40B4-BE49-F238E27FC236}">
                <a16:creationId xmlns:a16="http://schemas.microsoft.com/office/drawing/2014/main" id="{9B763B08-22F8-FFF5-88A7-8ED97849E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6590" y="4284987"/>
            <a:ext cx="1914317" cy="191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roibido PNGs para download gratuito">
            <a:extLst>
              <a:ext uri="{FF2B5EF4-FFF2-40B4-BE49-F238E27FC236}">
                <a16:creationId xmlns:a16="http://schemas.microsoft.com/office/drawing/2014/main" id="{29DB380D-0696-49BF-4EDB-732231744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1167" y="3798180"/>
            <a:ext cx="2794504" cy="2794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2831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FDC9BC-E981-43F5-684E-2E904E0E1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806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PT" sz="4000" dirty="0" err="1">
                <a:latin typeface="Bahnschrift SemiBold SemiConden" panose="020B0502040204020203" pitchFamily="34" charset="0"/>
              </a:rPr>
              <a:t>The</a:t>
            </a:r>
            <a:r>
              <a:rPr lang="pt-PT" sz="4000" dirty="0">
                <a:latin typeface="Bahnschrift SemiBold SemiConden" panose="020B0502040204020203" pitchFamily="34" charset="0"/>
              </a:rPr>
              <a:t> Business </a:t>
            </a:r>
            <a:r>
              <a:rPr lang="pt-PT" sz="4000" dirty="0" err="1">
                <a:latin typeface="Bahnschrift SemiBold SemiConden" panose="020B0502040204020203" pitchFamily="34" charset="0"/>
              </a:rPr>
              <a:t>Model</a:t>
            </a:r>
            <a:r>
              <a:rPr lang="pt-PT" sz="4000" dirty="0">
                <a:latin typeface="Bahnschrift SemiBold SemiConden" panose="020B0502040204020203" pitchFamily="34" charset="0"/>
              </a:rPr>
              <a:t> </a:t>
            </a:r>
            <a:r>
              <a:rPr lang="pt-PT" sz="4000" dirty="0" err="1">
                <a:latin typeface="Bahnschrift SemiBold SemiConden" panose="020B0502040204020203" pitchFamily="34" charset="0"/>
              </a:rPr>
              <a:t>Canvas</a:t>
            </a:r>
            <a:endParaRPr lang="pt-PT" sz="4000" dirty="0">
              <a:latin typeface="Bahnschrift SemiBold SemiConden" panose="020B0502040204020203" pitchFamily="34" charset="0"/>
            </a:endParaRP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D63B24A6-C373-DFAC-A242-05D26D637A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4340" y="628304"/>
            <a:ext cx="8303319" cy="622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910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86C577-FF35-2824-EB97-BE4DD2F5B6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20F38C-A9B7-0307-95A7-BEF5E36065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637B7DA-C41E-D307-A936-4C69C8F77C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270000"/>
            <a:ext cx="12192000" cy="8128000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E1870AE-793E-0B3D-000C-BB93FD202B5B}"/>
              </a:ext>
            </a:extLst>
          </p:cNvPr>
          <p:cNvSpPr/>
          <p:nvPr/>
        </p:nvSpPr>
        <p:spPr>
          <a:xfrm>
            <a:off x="72428" y="4327556"/>
            <a:ext cx="2942376" cy="298765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DDC196C-6681-A3E7-54C8-82B2C0F21671}"/>
              </a:ext>
            </a:extLst>
          </p:cNvPr>
          <p:cNvSpPr/>
          <p:nvPr/>
        </p:nvSpPr>
        <p:spPr>
          <a:xfrm>
            <a:off x="4090658" y="4327556"/>
            <a:ext cx="2942376" cy="298765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A995D78-027B-9AFB-EA60-1BE05D8E30E7}"/>
              </a:ext>
            </a:extLst>
          </p:cNvPr>
          <p:cNvSpPr/>
          <p:nvPr/>
        </p:nvSpPr>
        <p:spPr>
          <a:xfrm>
            <a:off x="8098326" y="4327556"/>
            <a:ext cx="3008768" cy="298765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5FA9329-7860-C2C7-F1DD-E0932BF479B6}"/>
              </a:ext>
            </a:extLst>
          </p:cNvPr>
          <p:cNvSpPr txBox="1"/>
          <p:nvPr/>
        </p:nvSpPr>
        <p:spPr>
          <a:xfrm>
            <a:off x="-1556441" y="4292272"/>
            <a:ext cx="6160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800" b="1" i="1" dirty="0" err="1">
                <a:solidFill>
                  <a:srgbClr val="01357D"/>
                </a:solidFill>
                <a:latin typeface="Bahnschrift Condensed" panose="020B0502040204020203" pitchFamily="34" charset="0"/>
              </a:rPr>
              <a:t>BiteSafe</a:t>
            </a:r>
            <a:endParaRPr lang="pt-PT" sz="1800" b="1" dirty="0">
              <a:solidFill>
                <a:srgbClr val="01357D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2B464C9-2908-CC66-8168-59CB55026BED}"/>
              </a:ext>
            </a:extLst>
          </p:cNvPr>
          <p:cNvSpPr txBox="1"/>
          <p:nvPr/>
        </p:nvSpPr>
        <p:spPr>
          <a:xfrm>
            <a:off x="2107949" y="4292272"/>
            <a:ext cx="6907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800" b="1" i="1" dirty="0" err="1">
                <a:solidFill>
                  <a:srgbClr val="01357D"/>
                </a:solidFill>
                <a:latin typeface="Bahnschrift Condensed" panose="020B0502040204020203" pitchFamily="34" charset="0"/>
              </a:rPr>
              <a:t>BiteSafe</a:t>
            </a:r>
            <a:endParaRPr lang="pt-PT" sz="1800" b="1" dirty="0">
              <a:solidFill>
                <a:srgbClr val="01357D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89E69E7-F7E5-8C4A-34D6-CB35BBE30144}"/>
              </a:ext>
            </a:extLst>
          </p:cNvPr>
          <p:cNvSpPr txBox="1"/>
          <p:nvPr/>
        </p:nvSpPr>
        <p:spPr>
          <a:xfrm>
            <a:off x="6145795" y="4292272"/>
            <a:ext cx="6907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800" b="1" i="1" dirty="0" err="1">
                <a:solidFill>
                  <a:srgbClr val="01357D"/>
                </a:solidFill>
                <a:latin typeface="Bahnschrift Condensed" panose="020B0502040204020203" pitchFamily="34" charset="0"/>
              </a:rPr>
              <a:t>BiteSafe</a:t>
            </a:r>
            <a:endParaRPr lang="pt-PT" sz="1800" b="1" dirty="0">
              <a:solidFill>
                <a:srgbClr val="01357D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5718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54</Words>
  <Application>Microsoft Office PowerPoint</Application>
  <PresentationFormat>Ecrã Panorâmico</PresentationFormat>
  <Paragraphs>14</Paragraphs>
  <Slides>3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Bahnschrift Condensed</vt:lpstr>
      <vt:lpstr>Bahnschrift SemiBold SemiConden</vt:lpstr>
      <vt:lpstr>Tema do Office</vt:lpstr>
      <vt:lpstr>U.C.: Gestão 2025/2026</vt:lpstr>
      <vt:lpstr>The Business Model Canvas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Artur Meireles de Sousa Falcão</dc:creator>
  <cp:lastModifiedBy>Artur Meireles de Sousa Falcão</cp:lastModifiedBy>
  <cp:revision>1</cp:revision>
  <dcterms:created xsi:type="dcterms:W3CDTF">2026-03-23T22:38:45Z</dcterms:created>
  <dcterms:modified xsi:type="dcterms:W3CDTF">2026-03-23T23:15:55Z</dcterms:modified>
</cp:coreProperties>
</file>
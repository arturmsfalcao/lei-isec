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vT2X1rEkze/+Hw9HsspFpaU//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43DA23-2832-48CA-BE70-F8E495163D51}">
  <a:tblStyle styleId="{9543DA23-2832-48CA-BE70-F8E495163D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regular.fntdata"/><Relationship Id="rId16" Type="http://schemas.openxmlformats.org/officeDocument/2006/relationships/slide" Target="slides/slide10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7907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175760" y="2743200"/>
            <a:ext cx="384048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BiteSafe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267200" y="394335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Porque nem toda a fome é tua.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267200" y="4667250"/>
            <a:ext cx="3657600" cy="311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PROJETO DE 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5619750" y="2614612"/>
            <a:ext cx="952500" cy="47625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102101" y="2982738"/>
            <a:ext cx="7987796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Os Conflitos do Frigorífico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3376612" y="3995737"/>
            <a:ext cx="5438775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Crescente Crise nos Espaços de Coabitação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571500" y="284797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Conflito Constante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71500" y="3390900"/>
            <a:ext cx="5286375" cy="934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roubo de comida e a má organização são problemas crónicos nas residências universitárias e espaços de coabitação, criando stresse social persistente e desconfiança entre os residentes.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71500" y="4305300"/>
            <a:ext cx="5286375" cy="934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aumento dos custos de habitação está a forçar cada vez mais pessoas a partilhar a cozinha, expandido rapidamente o mercado de utilizadores que enfrentam estas ansiedades diárias.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O Custo Oculto da Partilha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457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1457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14575"/>
            <a:ext cx="3492549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794225" y="3343275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Design Térmico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866775" y="3886200"/>
            <a:ext cx="2901999" cy="1558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fluxo de ar termodinâmico patenteado garante que o ar frio circule perfeitamente para manter a segurança alimentar e a frescura dentro do compartimento.</a:t>
            </a:r>
            <a:endParaRPr b="0" i="0" sz="135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4572524" y="3343275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Acesso Inteligente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645074" y="3886200"/>
            <a:ext cx="2901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Desbloqueio instantâneo através de aplicação móvel, NFC ou PIN. Esqueça as chaves físicas incómodas ou as combinações esquecidas.</a:t>
            </a:r>
            <a:endParaRPr b="0" i="0" sz="135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350824" y="3343275"/>
            <a:ext cx="30470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Hardware de Excelência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8423299" y="4197824"/>
            <a:ext cx="2901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Certificação IP65 contra a humidade e o frio, contando com um sistema de auto-standby para uma elevada autonomia da bateria.</a:t>
            </a:r>
            <a:endParaRPr b="0" i="0" sz="135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23" name="Google Shape;12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657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65747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6574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 Solução BiteSafe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9900"/>
            <a:ext cx="528637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09900"/>
            <a:ext cx="528637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866775" y="3305175"/>
            <a:ext cx="4930616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B2C: Residentes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866775" y="3848100"/>
            <a:ext cx="469582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Estudantes e profissionais em casas partilhadas que procuram segurança alimentar e tranquilidade pessoal na cozinha.</a:t>
            </a:r>
            <a:endParaRPr b="0" i="0" sz="135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629399" y="3143591"/>
            <a:ext cx="49306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B2B: Gestores de residências e empresas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629399" y="3848100"/>
            <a:ext cx="469582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Residências e empresas que procuram eliminar reclamações e acrescentar valor tecnológico aos seus ativos.</a:t>
            </a:r>
            <a:endParaRPr b="0" i="0" sz="135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Segmentos de Mercado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" name="Google Shape;146;p6"/>
          <p:cNvGraphicFramePr/>
          <p:nvPr/>
        </p:nvGraphicFramePr>
        <p:xfrm>
          <a:off x="2519362" y="238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{9543DA23-2832-48CA-BE70-F8E495163D51}</a:tableStyleId>
              </a:tblPr>
              <a:tblGrid>
                <a:gridCol w="1381125"/>
                <a:gridCol w="1924050"/>
                <a:gridCol w="1819275"/>
                <a:gridCol w="2028825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Funcionalidade</a:t>
                      </a:r>
                      <a:endParaRPr b="1" i="0" sz="135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Etiquetas padrão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Caixa de plástico com cadeado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BiteSafe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32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Nível de Segurança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Nenhum (Sistema de honra)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Baixo (Mecânico)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Alto (IoT/NFC)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Fluxo térmico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Fraco / Obstruído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Ventilação Optimizada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Gestão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Nenhuma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Painel de Controlo Central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UX Moderna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6"/>
          <p:cNvSpPr/>
          <p:nvPr/>
        </p:nvSpPr>
        <p:spPr>
          <a:xfrm>
            <a:off x="2519362" y="2976562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900487" y="2976562"/>
            <a:ext cx="1924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824537" y="2976562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643812" y="2976562"/>
            <a:ext cx="2028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519362" y="3586162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900487" y="3586162"/>
            <a:ext cx="1924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824537" y="3586162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643812" y="3586162"/>
            <a:ext cx="2028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519362" y="4195762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900487" y="4195762"/>
            <a:ext cx="1924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824537" y="4195762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643812" y="4195762"/>
            <a:ext cx="2028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519362" y="4805362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900487" y="4805362"/>
            <a:ext cx="1924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824537" y="4805362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643812" y="4805362"/>
            <a:ext cx="2028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519362" y="5414962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900487" y="5414962"/>
            <a:ext cx="1924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824537" y="5414962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643812" y="5414962"/>
            <a:ext cx="2028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5262" y="50387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5987" y="5038725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1937" y="5038725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1937" y="5038725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5987" y="5038725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5262" y="503872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Panorama competitivo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898" y="1459766"/>
            <a:ext cx="10492986" cy="452283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 txBox="1"/>
          <p:nvPr/>
        </p:nvSpPr>
        <p:spPr>
          <a:xfrm>
            <a:off x="4395787" y="4567237"/>
            <a:ext cx="42467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1320"/>
                </a:solidFill>
                <a:latin typeface="Lato"/>
                <a:ea typeface="Lato"/>
                <a:cs typeface="Lato"/>
                <a:sym typeface="Lato"/>
              </a:rPr>
              <a:t>Meta do Ano 1 e Margem de Lucro 102,850€ - 59,850€ = 43,000€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Projeções de Receita para o Ano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 txBox="1"/>
          <p:nvPr/>
        </p:nvSpPr>
        <p:spPr>
          <a:xfrm>
            <a:off x="6334125" y="284797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A859"/>
                </a:solidFill>
                <a:latin typeface="Poppins"/>
                <a:ea typeface="Poppins"/>
                <a:cs typeface="Poppins"/>
                <a:sym typeface="Poppins"/>
              </a:rPr>
              <a:t>Equipa Fundadora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6334125" y="3390900"/>
            <a:ext cx="5286375" cy="934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Cinco estudantes de Engenharia Informática (Artur, Gabriel, Luís, Daniel, Tymofii) com competências sólidas em software, arquitetura de bases de dados e sistemas IoT.</a:t>
            </a:r>
            <a:endParaRPr b="0" i="0" sz="135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6334125" y="4305300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Combinando o rigor técnico com o design centrado no utilizador para resolver um dos problemas mais antigos da coabitação.</a:t>
            </a:r>
            <a:endParaRPr b="0" i="0" sz="135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 Potência da Engenharia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836" y="1976754"/>
            <a:ext cx="5400040" cy="359981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457835" y="5576569"/>
            <a:ext cx="3848693" cy="312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1 – Protótipo do Produto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19621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 txBox="1"/>
          <p:nvPr/>
        </p:nvSpPr>
        <p:spPr>
          <a:xfrm>
            <a:off x="1570429" y="2806526"/>
            <a:ext cx="905114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Tranquilidade em Cada Trinca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2185987" y="3771900"/>
            <a:ext cx="7820025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Junte-se a nós para garantir o futuro da coabitação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/>
          <p:nvPr/>
        </p:nvSpPr>
        <p:spPr>
          <a:xfrm>
            <a:off x="1852612" y="3138487"/>
            <a:ext cx="848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852612" y="3900487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852612" y="3900487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2612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 txBox="1"/>
          <p:nvPr/>
        </p:nvSpPr>
        <p:spPr>
          <a:xfrm>
            <a:off x="2947987" y="3288506"/>
            <a:ext cx="73914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https://www.lemon8-app.com/seo/image?item_id=7492641611772543534&amp;index=0&amp;sign=76556cd8a9c1e37f7f80db3677048876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2947987" y="3521868"/>
            <a:ext cx="7391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Fonte: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www.lemon8-app.com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Fonte de Imagens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Utilizador</dc:creator>
</cp:coreProperties>
</file>